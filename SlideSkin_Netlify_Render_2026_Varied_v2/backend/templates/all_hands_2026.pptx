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3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ags/tag3.xml" ContentType="application/vnd.openxmlformats-officedocument.presentationml.tags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83" r:id="rId5"/>
    <p:sldMasterId id="2147483660" r:id="rId6"/>
    <p:sldMasterId id="2147483698" r:id="rId7"/>
  </p:sldMasterIdLst>
  <p:notesMasterIdLst>
    <p:notesMasterId r:id="rId27"/>
  </p:notesMasterIdLst>
  <p:handoutMasterIdLst>
    <p:handoutMasterId r:id="rId28"/>
  </p:handoutMasterIdLst>
  <p:sldIdLst>
    <p:sldId id="262" r:id="rId8"/>
    <p:sldId id="284" r:id="rId9"/>
    <p:sldId id="286" r:id="rId10"/>
    <p:sldId id="285" r:id="rId11"/>
    <p:sldId id="263" r:id="rId12"/>
    <p:sldId id="271" r:id="rId13"/>
    <p:sldId id="273" r:id="rId14"/>
    <p:sldId id="287" r:id="rId15"/>
    <p:sldId id="257" r:id="rId16"/>
    <p:sldId id="288" r:id="rId17"/>
    <p:sldId id="281" r:id="rId18"/>
    <p:sldId id="276" r:id="rId19"/>
    <p:sldId id="298" r:id="rId20"/>
    <p:sldId id="301" r:id="rId21"/>
    <p:sldId id="279" r:id="rId22"/>
    <p:sldId id="280" r:id="rId23"/>
    <p:sldId id="297" r:id="rId24"/>
    <p:sldId id="289" r:id="rId25"/>
    <p:sldId id="290" r:id="rId26"/>
  </p:sldIdLst>
  <p:sldSz cx="12192000" cy="6858000"/>
  <p:notesSz cx="6858000" cy="9144000"/>
  <p:custDataLst>
    <p:tags r:id="rId29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C2626"/>
    <a:srgbClr val="E9E3EB"/>
    <a:srgbClr val="EAF5FF"/>
    <a:srgbClr val="C3E7E6"/>
    <a:srgbClr val="DDE7FE"/>
    <a:srgbClr val="D0D2FF"/>
    <a:srgbClr val="1B0F04"/>
    <a:srgbClr val="512C09"/>
    <a:srgbClr val="020A27"/>
    <a:srgbClr val="09004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1BBD11AE-E62F-41EF-AE26-7C8C5CBC09E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BBD11AE-E62F-41EF-AE26-7C8C5CBC09E9}" styleName="All Hands - Navy Gray + Border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rgbClr val="09007A"/>
              </a:solidFill>
            </a:ln>
          </a:top>
          <a:bottom>
            <a:ln w="12700" cmpd="sng">
              <a:solidFill>
                <a:srgbClr val="09007A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EBEBEC"/>
          </a:solidFill>
        </a:fill>
      </a:tcStyle>
    </a:wholeTbl>
    <a:band1H>
      <a:tcStyle>
        <a:tcBdr/>
        <a:fill>
          <a:solidFill>
            <a:srgbClr val="FFFFFF"/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rgbClr val="09007A"/>
          </a:solidFill>
        </a:fill>
      </a:tcStyle>
    </a:firstRow>
  </a:tblStyle>
  <a:tblStyle styleId="{7D5E8F2B-42C7-4A68-B6DA-17C9E9F80241}" styleName="All Hands - Navy Gray + White Column Dividers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 w="12700" cmpd="sng">
              <a:solidFill>
                <a:srgbClr val="FFFFFF"/>
              </a:solidFill>
            </a:ln>
          </a:right>
          <a:top>
            <a:ln w="12700" cmpd="sng">
              <a:solidFill>
                <a:srgbClr val="09007A"/>
              </a:solidFill>
            </a:ln>
          </a:top>
          <a:bottom>
            <a:ln w="12700" cmpd="sng">
              <a:solidFill>
                <a:srgbClr val="09007A"/>
              </a:solidFill>
            </a:ln>
          </a:bottom>
          <a:insideH>
            <a:ln>
              <a:noFill/>
            </a:ln>
          </a:insideH>
          <a:insideV>
            <a:ln w="12700" cmpd="sng">
              <a:solidFill>
                <a:srgbClr val="FFFFFF"/>
              </a:solidFill>
            </a:ln>
          </a:insideV>
        </a:tcBdr>
        <a:fill>
          <a:solidFill>
            <a:srgbClr val="EBEBEC"/>
          </a:solidFill>
        </a:fill>
      </a:tcStyle>
    </a:wholeTbl>
    <a:band1H>
      <a:tcStyle>
        <a:tcBdr/>
        <a:fill>
          <a:solidFill>
            <a:srgbClr val="FFFFFF"/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rgbClr val="09007A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959" autoAdjust="0"/>
    <p:restoredTop sz="94795"/>
  </p:normalViewPr>
  <p:slideViewPr>
    <p:cSldViewPr snapToGrid="0">
      <p:cViewPr varScale="1">
        <p:scale>
          <a:sx n="116" d="100"/>
          <a:sy n="116" d="100"/>
        </p:scale>
        <p:origin x="1416" y="1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154" d="100"/>
          <a:sy n="154" d="100"/>
        </p:scale>
        <p:origin x="3680" y="2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slide" Target="slides/slide19.xml"/><Relationship Id="rId3" Type="http://schemas.openxmlformats.org/officeDocument/2006/relationships/customXml" Target="../customXml/item3.xml"/><Relationship Id="rId21" Type="http://schemas.openxmlformats.org/officeDocument/2006/relationships/slide" Target="slides/slide14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29" Type="http://schemas.openxmlformats.org/officeDocument/2006/relationships/tags" Target="tags/tag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32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8" Type="http://schemas.openxmlformats.org/officeDocument/2006/relationships/slide" Target="slides/slid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>
        <c:manualLayout>
          <c:xMode val="edge"/>
          <c:yMode val="edge"/>
          <c:x val="0.42804825632261084"/>
          <c:y val="6.3428401416401159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8.0663136584671113E-2"/>
          <c:y val="0.19092424479890677"/>
          <c:w val="0.85958234145150469"/>
          <c:h val="0.6530901665524702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9E6-E34B-8A14-550E6CE3693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9E6-E34B-8A14-550E6CE3693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9E6-E34B-8A14-550E6CE3693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948131520"/>
        <c:axId val="948797888"/>
      </c:barChart>
      <c:catAx>
        <c:axId val="9481315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48797888"/>
        <c:crosses val="autoZero"/>
        <c:auto val="1"/>
        <c:lblAlgn val="ctr"/>
        <c:lblOffset val="100"/>
        <c:noMultiLvlLbl val="0"/>
      </c:catAx>
      <c:valAx>
        <c:axId val="94879788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4813152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accent2">
        <a:alpha val="5060"/>
      </a:schemeClr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1#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DA3E272-5CC5-1947-A75D-A56767C58972}" type="doc">
      <dgm:prSet loTypeId="urn:microsoft.com/office/officeart/2026/layout/TextCardSideLineNumbered" loCatId="" qsTypeId="urn:microsoft.com/office/officeart/2005/8/quickstyle/simple1#1" qsCatId="simple" csTypeId="urn:microsoft.com/office/officeart/2005/8/colors/accent1_1#1" csCatId="accent1" phldr="1"/>
      <dgm:spPr/>
      <dgm:t>
        <a:bodyPr/>
        <a:lstStyle/>
        <a:p>
          <a:endParaRPr lang="en-US"/>
        </a:p>
      </dgm:t>
    </dgm:pt>
    <dgm:pt modelId="{7D9B4003-29AD-B244-94BC-DC72F29D71D3}">
      <dgm:prSet phldrT="Title"/>
      <dgm:spPr/>
      <dgm:t>
        <a:bodyPr/>
        <a:lstStyle/>
        <a:p>
          <a:pPr>
            <a:defRPr b="1"/>
          </a:pPr>
          <a:r>
            <a:rPr lang="en-US" dirty="0"/>
            <a:t>Communication</a:t>
          </a:r>
        </a:p>
      </dgm:t>
    </dgm:pt>
    <dgm:pt modelId="{2C705D3A-2273-AF49-B6D8-B4CDB93CABEC}" type="parTrans" cxnId="{94CD9060-6B78-7044-BB88-CEE6F84BDC1C}">
      <dgm:prSet/>
      <dgm:spPr/>
      <dgm:t>
        <a:bodyPr/>
        <a:lstStyle/>
        <a:p>
          <a:endParaRPr lang="en-US"/>
        </a:p>
      </dgm:t>
    </dgm:pt>
    <dgm:pt modelId="{C7076027-9226-ED4B-9F6E-B9805B5C0F52}" type="sibTrans" cxnId="{94CD9060-6B78-7044-BB88-CEE6F84BDC1C}">
      <dgm:prSet phldrT="1" phldr="0"/>
      <dgm:spPr/>
      <dgm:t>
        <a:bodyPr/>
        <a:lstStyle/>
        <a:p>
          <a:pPr>
            <a:defRPr b="1"/>
          </a:pPr>
          <a:r>
            <a:t>1</a:t>
          </a:r>
          <a:endParaRPr dirty="0"/>
        </a:p>
      </dgm:t>
    </dgm:pt>
    <dgm:pt modelId="{8E3652A2-848B-BD47-96F2-12C87FB159CC}">
      <dgm:prSet phldrT="Description"/>
      <dgm:spPr/>
      <dgm:t>
        <a:bodyPr/>
        <a:lstStyle/>
        <a:p>
          <a:r>
            <a:rPr lang="en-US" dirty="0">
              <a:solidFill>
                <a:schemeClr val="tx1">
                  <a:hueOff val="0"/>
                  <a:satOff val="0"/>
                  <a:lumOff val="0"/>
                  <a:alpha val="69841"/>
                </a:schemeClr>
              </a:solidFill>
            </a:rPr>
            <a:t>Understanding one another</a:t>
          </a:r>
        </a:p>
        <a:p>
          <a:r>
            <a:rPr lang="en-US" dirty="0">
              <a:solidFill>
                <a:schemeClr val="tx1">
                  <a:hueOff val="0"/>
                  <a:satOff val="0"/>
                  <a:lumOff val="0"/>
                  <a:alpha val="69841"/>
                </a:schemeClr>
              </a:solidFill>
            </a:rPr>
            <a:t>Understanding one another</a:t>
          </a:r>
        </a:p>
      </dgm:t>
    </dgm:pt>
    <dgm:pt modelId="{93F3E05F-E965-1345-91ED-0A8A7A9A4C0F}" type="parTrans" cxnId="{18F9F836-AB45-2A4B-8AE0-F1CE7FF2025A}">
      <dgm:prSet/>
      <dgm:spPr/>
      <dgm:t>
        <a:bodyPr/>
        <a:lstStyle/>
        <a:p>
          <a:endParaRPr lang="en-US"/>
        </a:p>
      </dgm:t>
    </dgm:pt>
    <dgm:pt modelId="{26163692-1CDC-DF4F-AEA8-B0838FA32BCC}" type="sibTrans" cxnId="{18F9F836-AB45-2A4B-8AE0-F1CE7FF2025A}">
      <dgm:prSet/>
      <dgm:spPr/>
      <dgm:t>
        <a:bodyPr/>
        <a:lstStyle/>
        <a:p>
          <a:endParaRPr lang="en-US"/>
        </a:p>
      </dgm:t>
    </dgm:pt>
    <dgm:pt modelId="{8831015F-69FD-1B4D-8920-732861888263}">
      <dgm:prSet phldrT="Title"/>
      <dgm:spPr/>
      <dgm:t>
        <a:bodyPr/>
        <a:lstStyle/>
        <a:p>
          <a:pPr>
            <a:defRPr b="1"/>
          </a:pPr>
          <a:r>
            <a:rPr lang="en-US" dirty="0"/>
            <a:t>Collaboration</a:t>
          </a:r>
        </a:p>
      </dgm:t>
    </dgm:pt>
    <dgm:pt modelId="{3B563CE3-0E8B-3D49-A5E5-9C55FBAC2FC3}" type="parTrans" cxnId="{EE46710A-E66F-5241-A2D5-0C10599E4672}">
      <dgm:prSet/>
      <dgm:spPr/>
      <dgm:t>
        <a:bodyPr/>
        <a:lstStyle/>
        <a:p>
          <a:endParaRPr lang="en-US"/>
        </a:p>
      </dgm:t>
    </dgm:pt>
    <dgm:pt modelId="{C743B50A-37D1-654D-A305-4C017F931DE2}" type="sibTrans" cxnId="{EE46710A-E66F-5241-A2D5-0C10599E4672}">
      <dgm:prSet phldrT="2" phldr="0"/>
      <dgm:spPr/>
      <dgm:t>
        <a:bodyPr/>
        <a:lstStyle/>
        <a:p>
          <a:pPr>
            <a:defRPr b="1"/>
          </a:pPr>
          <a:r>
            <a:t>2</a:t>
          </a:r>
          <a:endParaRPr dirty="0"/>
        </a:p>
      </dgm:t>
    </dgm:pt>
    <dgm:pt modelId="{102209AB-327D-7946-925D-F2BA65F748C8}">
      <dgm:prSet phldrT="Description"/>
      <dgm:spPr/>
      <dgm:t>
        <a:bodyPr/>
        <a:lstStyle/>
        <a:p>
          <a:r>
            <a:rPr lang="en-US" dirty="0">
              <a:solidFill>
                <a:schemeClr val="tx1">
                  <a:hueOff val="0"/>
                  <a:satOff val="0"/>
                  <a:lumOff val="0"/>
                  <a:alpha val="70000"/>
                </a:schemeClr>
              </a:solidFill>
            </a:rPr>
            <a:t>Working toward shared goals</a:t>
          </a:r>
        </a:p>
        <a:p>
          <a:r>
            <a:rPr lang="en-US" dirty="0">
              <a:solidFill>
                <a:schemeClr val="tx1">
                  <a:hueOff val="0"/>
                  <a:satOff val="0"/>
                  <a:lumOff val="0"/>
                  <a:alpha val="70000"/>
                </a:schemeClr>
              </a:solidFill>
            </a:rPr>
            <a:t>Working toward shared goals</a:t>
          </a:r>
        </a:p>
      </dgm:t>
    </dgm:pt>
    <dgm:pt modelId="{015A2F35-C883-784C-93C7-8E1BF01960D5}" type="parTrans" cxnId="{BF96E55F-286B-6B4A-897A-E323DCB77046}">
      <dgm:prSet/>
      <dgm:spPr/>
      <dgm:t>
        <a:bodyPr/>
        <a:lstStyle/>
        <a:p>
          <a:endParaRPr lang="en-US"/>
        </a:p>
      </dgm:t>
    </dgm:pt>
    <dgm:pt modelId="{0156CD18-FEDD-FF4F-A012-709740A5907B}" type="sibTrans" cxnId="{BF96E55F-286B-6B4A-897A-E323DCB77046}">
      <dgm:prSet/>
      <dgm:spPr/>
      <dgm:t>
        <a:bodyPr/>
        <a:lstStyle/>
        <a:p>
          <a:endParaRPr lang="en-US"/>
        </a:p>
      </dgm:t>
    </dgm:pt>
    <dgm:pt modelId="{FE42BEFF-99BF-0843-9196-F56F662D5C2B}">
      <dgm:prSet phldrT="Title"/>
      <dgm:spPr/>
      <dgm:t>
        <a:bodyPr/>
        <a:lstStyle/>
        <a:p>
          <a:pPr>
            <a:defRPr b="1"/>
          </a:pPr>
          <a:r>
            <a:rPr lang="en-US" dirty="0"/>
            <a:t>Trust</a:t>
          </a:r>
        </a:p>
      </dgm:t>
    </dgm:pt>
    <dgm:pt modelId="{5B6E3729-FCC0-5941-B712-AC3FCDDAE8C1}" type="parTrans" cxnId="{BBB7D82E-F34C-1643-A93D-9C78A767C3CA}">
      <dgm:prSet/>
      <dgm:spPr/>
      <dgm:t>
        <a:bodyPr/>
        <a:lstStyle/>
        <a:p>
          <a:endParaRPr lang="en-US"/>
        </a:p>
      </dgm:t>
    </dgm:pt>
    <dgm:pt modelId="{EBD477B9-9AFA-FC41-A5A3-8E0E636D167D}" type="sibTrans" cxnId="{BBB7D82E-F34C-1643-A93D-9C78A767C3CA}">
      <dgm:prSet phldrT="3" phldr="0"/>
      <dgm:spPr/>
      <dgm:t>
        <a:bodyPr/>
        <a:lstStyle/>
        <a:p>
          <a:pPr>
            <a:defRPr b="1"/>
          </a:pPr>
          <a:r>
            <a:rPr dirty="0"/>
            <a:t>3</a:t>
          </a:r>
        </a:p>
      </dgm:t>
    </dgm:pt>
    <dgm:pt modelId="{3424DB7B-3398-3E44-9A68-1D92DC4E7BEA}">
      <dgm:prSet phldrT="Description"/>
      <dgm:spPr/>
      <dgm:t>
        <a:bodyPr/>
        <a:lstStyle/>
        <a:p>
          <a:r>
            <a:rPr lang="en-US" dirty="0">
              <a:solidFill>
                <a:schemeClr val="tx1">
                  <a:hueOff val="0"/>
                  <a:satOff val="0"/>
                  <a:lumOff val="0"/>
                  <a:alpha val="70000"/>
                </a:schemeClr>
              </a:solidFill>
            </a:rPr>
            <a:t>Supporting each other's success</a:t>
          </a:r>
        </a:p>
        <a:p>
          <a:r>
            <a:rPr lang="en-US" dirty="0">
              <a:solidFill>
                <a:schemeClr val="tx1">
                  <a:hueOff val="0"/>
                  <a:satOff val="0"/>
                  <a:lumOff val="0"/>
                  <a:alpha val="70000"/>
                </a:schemeClr>
              </a:solidFill>
            </a:rPr>
            <a:t>Working toward shared goals</a:t>
          </a:r>
        </a:p>
      </dgm:t>
    </dgm:pt>
    <dgm:pt modelId="{025C834D-ECCC-1640-9257-F31B41AD74D2}" type="parTrans" cxnId="{A4CE3696-E180-3442-BA41-D75D59AE070B}">
      <dgm:prSet/>
      <dgm:spPr/>
      <dgm:t>
        <a:bodyPr/>
        <a:lstStyle/>
        <a:p>
          <a:endParaRPr lang="en-US"/>
        </a:p>
      </dgm:t>
    </dgm:pt>
    <dgm:pt modelId="{BA6C9E0C-0848-BB46-9502-D046360A66D4}" type="sibTrans" cxnId="{A4CE3696-E180-3442-BA41-D75D59AE070B}">
      <dgm:prSet/>
      <dgm:spPr/>
      <dgm:t>
        <a:bodyPr/>
        <a:lstStyle/>
        <a:p>
          <a:endParaRPr lang="en-US"/>
        </a:p>
      </dgm:t>
    </dgm:pt>
    <dgm:pt modelId="{B3AEBCA6-F56F-2D40-BED3-996C6CEBA94A}" type="pres">
      <dgm:prSet presAssocID="{ADA3E272-5CC5-1947-A75D-A56767C58972}" presName="root" presStyleCnt="0">
        <dgm:presLayoutVars>
          <dgm:dir/>
          <dgm:resizeHandles val="exact"/>
        </dgm:presLayoutVars>
      </dgm:prSet>
      <dgm:spPr/>
    </dgm:pt>
    <dgm:pt modelId="{812D8E82-FA7C-804F-9CE3-124C30274AFD}" type="pres">
      <dgm:prSet presAssocID="{7D9B4003-29AD-B244-94BC-DC72F29D71D3}" presName="compNode" presStyleCnt="0"/>
      <dgm:spPr/>
    </dgm:pt>
    <dgm:pt modelId="{F47F108C-4BD0-944E-8175-EB4DF36EB18B}" type="pres">
      <dgm:prSet presAssocID="{7D9B4003-29AD-B244-94BC-DC72F29D71D3}" presName="accentLine" presStyleLbl="dkBgShp" presStyleIdx="0" presStyleCnt="3"/>
      <dgm:spPr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gm:spPr>
    </dgm:pt>
    <dgm:pt modelId="{E40C9E21-0FF7-944D-8E04-60528924565B}" type="pres">
      <dgm:prSet presAssocID="{C7076027-9226-ED4B-9F6E-B9805B5C0F52}" presName="numberText" presStyleLbl="revTx" presStyleIdx="0" presStyleCnt="9" custLinFactNeighborY="-7500">
        <dgm:presLayoutVars>
          <dgm:chMax val="0"/>
          <dgm:chPref val="0"/>
          <dgm:bulletEnabled/>
        </dgm:presLayoutVars>
      </dgm:prSet>
      <dgm:spPr/>
    </dgm:pt>
    <dgm:pt modelId="{E35E1C83-40EB-8C4E-ABC4-1B3F9A68969A}" type="pres">
      <dgm:prSet presAssocID="{7D9B4003-29AD-B244-94BC-DC72F29D71D3}" presName="titleText" presStyleLbl="revTx" presStyleIdx="1" presStyleCnt="9" custScaleY="92039">
        <dgm:presLayoutVars>
          <dgm:chMax val="0"/>
          <dgm:chPref val="0"/>
        </dgm:presLayoutVars>
      </dgm:prSet>
      <dgm:spPr/>
    </dgm:pt>
    <dgm:pt modelId="{04893CD1-80B3-CE49-9A5B-07BDAA60BABB}" type="pres">
      <dgm:prSet presAssocID="{7D9B4003-29AD-B244-94BC-DC72F29D71D3}" presName="bodyText" presStyleLbl="revTx" presStyleIdx="2" presStyleCnt="9" custLinFactNeighborY="5358">
        <dgm:presLayoutVars>
          <dgm:chMax val="0"/>
          <dgm:chPref val="0"/>
        </dgm:presLayoutVars>
      </dgm:prSet>
      <dgm:spPr/>
    </dgm:pt>
    <dgm:pt modelId="{AA79BF3B-ABF3-DC47-A823-E5FC39DF23D1}" type="pres">
      <dgm:prSet presAssocID="{C7076027-9226-ED4B-9F6E-B9805B5C0F52}" presName="sibTrans" presStyleCnt="0"/>
      <dgm:spPr/>
    </dgm:pt>
    <dgm:pt modelId="{DC89BF4A-3138-A743-BC35-4ECC6516D5BB}" type="pres">
      <dgm:prSet presAssocID="{8831015F-69FD-1B4D-8920-732861888263}" presName="compNode" presStyleCnt="0"/>
      <dgm:spPr/>
    </dgm:pt>
    <dgm:pt modelId="{BFA46B0E-6272-E244-8793-3891FA96DDF6}" type="pres">
      <dgm:prSet presAssocID="{8831015F-69FD-1B4D-8920-732861888263}" presName="accentLine" presStyleLbl="dkBgShp" presStyleIdx="1" presStyleCnt="3"/>
      <dgm:spPr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gm:spPr>
    </dgm:pt>
    <dgm:pt modelId="{C045FE4D-DFCD-0D4F-A5D1-8488CAFA6CFB}" type="pres">
      <dgm:prSet presAssocID="{C743B50A-37D1-654D-A305-4C017F931DE2}" presName="numberText" presStyleLbl="revTx" presStyleIdx="3" presStyleCnt="9" custLinFactNeighborY="-7500">
        <dgm:presLayoutVars>
          <dgm:chMax val="0"/>
          <dgm:chPref val="0"/>
          <dgm:bulletEnabled/>
        </dgm:presLayoutVars>
      </dgm:prSet>
      <dgm:spPr/>
    </dgm:pt>
    <dgm:pt modelId="{474B2885-D002-794E-97C3-A93AF6A47EB6}" type="pres">
      <dgm:prSet presAssocID="{8831015F-69FD-1B4D-8920-732861888263}" presName="titleText" presStyleLbl="revTx" presStyleIdx="4" presStyleCnt="9">
        <dgm:presLayoutVars>
          <dgm:chMax val="0"/>
          <dgm:chPref val="0"/>
        </dgm:presLayoutVars>
      </dgm:prSet>
      <dgm:spPr/>
    </dgm:pt>
    <dgm:pt modelId="{6A9E6266-1B11-E24C-88E3-D26F4EA97335}" type="pres">
      <dgm:prSet presAssocID="{8831015F-69FD-1B4D-8920-732861888263}" presName="bodyText" presStyleLbl="revTx" presStyleIdx="5" presStyleCnt="9" custLinFactNeighborY="5358">
        <dgm:presLayoutVars>
          <dgm:chMax val="0"/>
          <dgm:chPref val="0"/>
        </dgm:presLayoutVars>
      </dgm:prSet>
      <dgm:spPr/>
    </dgm:pt>
    <dgm:pt modelId="{6A8D6525-41DF-0841-8BBE-83FC55285F5A}" type="pres">
      <dgm:prSet presAssocID="{C743B50A-37D1-654D-A305-4C017F931DE2}" presName="sibTrans" presStyleCnt="0"/>
      <dgm:spPr/>
    </dgm:pt>
    <dgm:pt modelId="{FF478BED-331C-7540-8EB9-55DA3C238225}" type="pres">
      <dgm:prSet presAssocID="{FE42BEFF-99BF-0843-9196-F56F662D5C2B}" presName="compNode" presStyleCnt="0"/>
      <dgm:spPr/>
    </dgm:pt>
    <dgm:pt modelId="{96D20168-3E3A-3E4D-A643-A7213286A68B}" type="pres">
      <dgm:prSet presAssocID="{FE42BEFF-99BF-0843-9196-F56F662D5C2B}" presName="accentLine" presStyleLbl="dkBgShp" presStyleIdx="2" presStyleCnt="3"/>
      <dgm:spPr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gm:spPr>
    </dgm:pt>
    <dgm:pt modelId="{F729DC56-79AD-2A4D-80F7-16EC665549D4}" type="pres">
      <dgm:prSet presAssocID="{EBD477B9-9AFA-FC41-A5A3-8E0E636D167D}" presName="numberText" presStyleLbl="revTx" presStyleIdx="6" presStyleCnt="9" custLinFactNeighborY="-7500">
        <dgm:presLayoutVars>
          <dgm:chMax val="0"/>
          <dgm:chPref val="0"/>
          <dgm:bulletEnabled/>
        </dgm:presLayoutVars>
      </dgm:prSet>
      <dgm:spPr/>
    </dgm:pt>
    <dgm:pt modelId="{402FCC5D-0F6F-1445-9FD6-61420DEBEFF2}" type="pres">
      <dgm:prSet presAssocID="{FE42BEFF-99BF-0843-9196-F56F662D5C2B}" presName="titleText" presStyleLbl="revTx" presStyleIdx="7" presStyleCnt="9">
        <dgm:presLayoutVars>
          <dgm:chMax val="0"/>
          <dgm:chPref val="0"/>
        </dgm:presLayoutVars>
      </dgm:prSet>
      <dgm:spPr/>
    </dgm:pt>
    <dgm:pt modelId="{2B6DD785-51D0-2A47-8BEC-64E3FA8A6934}" type="pres">
      <dgm:prSet presAssocID="{FE42BEFF-99BF-0843-9196-F56F662D5C2B}" presName="bodyText" presStyleLbl="revTx" presStyleIdx="8" presStyleCnt="9" custLinFactNeighborY="5358">
        <dgm:presLayoutVars>
          <dgm:chMax val="0"/>
          <dgm:chPref val="0"/>
        </dgm:presLayoutVars>
      </dgm:prSet>
      <dgm:spPr/>
    </dgm:pt>
  </dgm:ptLst>
  <dgm:cxnLst>
    <dgm:cxn modelId="{7FC5E707-73EA-404C-B816-06F07BBAF127}" type="presOf" srcId="{3424DB7B-3398-3E44-9A68-1D92DC4E7BEA}" destId="{2B6DD785-51D0-2A47-8BEC-64E3FA8A6934}" srcOrd="0" destOrd="0" presId="urn:microsoft.com/office/officeart/2026/layout/TextCardSideLineNumbered"/>
    <dgm:cxn modelId="{EE46710A-E66F-5241-A2D5-0C10599E4672}" srcId="{ADA3E272-5CC5-1947-A75D-A56767C58972}" destId="{8831015F-69FD-1B4D-8920-732861888263}" srcOrd="1" destOrd="0" parTransId="{3B563CE3-0E8B-3D49-A5E5-9C55FBAC2FC3}" sibTransId="{C743B50A-37D1-654D-A305-4C017F931DE2}"/>
    <dgm:cxn modelId="{BBB7D82E-F34C-1643-A93D-9C78A767C3CA}" srcId="{ADA3E272-5CC5-1947-A75D-A56767C58972}" destId="{FE42BEFF-99BF-0843-9196-F56F662D5C2B}" srcOrd="2" destOrd="0" parTransId="{5B6E3729-FCC0-5941-B712-AC3FCDDAE8C1}" sibTransId="{EBD477B9-9AFA-FC41-A5A3-8E0E636D167D}"/>
    <dgm:cxn modelId="{3BD86F34-BC1F-B64C-9E3A-4E9E971DB46D}" type="presOf" srcId="{ADA3E272-5CC5-1947-A75D-A56767C58972}" destId="{B3AEBCA6-F56F-2D40-BED3-996C6CEBA94A}" srcOrd="0" destOrd="0" presId="urn:microsoft.com/office/officeart/2026/layout/TextCardSideLineNumbered"/>
    <dgm:cxn modelId="{18F9F836-AB45-2A4B-8AE0-F1CE7FF2025A}" srcId="{7D9B4003-29AD-B244-94BC-DC72F29D71D3}" destId="{8E3652A2-848B-BD47-96F2-12C87FB159CC}" srcOrd="0" destOrd="0" parTransId="{93F3E05F-E965-1345-91ED-0A8A7A9A4C0F}" sibTransId="{26163692-1CDC-DF4F-AEA8-B0838FA32BCC}"/>
    <dgm:cxn modelId="{108FAF37-1DB8-2E41-9454-50E1F70F7393}" type="presOf" srcId="{102209AB-327D-7946-925D-F2BA65F748C8}" destId="{6A9E6266-1B11-E24C-88E3-D26F4EA97335}" srcOrd="0" destOrd="0" presId="urn:microsoft.com/office/officeart/2026/layout/TextCardSideLineNumbered"/>
    <dgm:cxn modelId="{5E112D4E-70CF-6942-AA8E-F4BB8F05A4C9}" type="presOf" srcId="{7D9B4003-29AD-B244-94BC-DC72F29D71D3}" destId="{E35E1C83-40EB-8C4E-ABC4-1B3F9A68969A}" srcOrd="0" destOrd="0" presId="urn:microsoft.com/office/officeart/2026/layout/TextCardSideLineNumbered"/>
    <dgm:cxn modelId="{BF96E55F-286B-6B4A-897A-E323DCB77046}" srcId="{8831015F-69FD-1B4D-8920-732861888263}" destId="{102209AB-327D-7946-925D-F2BA65F748C8}" srcOrd="0" destOrd="0" parTransId="{015A2F35-C883-784C-93C7-8E1BF01960D5}" sibTransId="{0156CD18-FEDD-FF4F-A012-709740A5907B}"/>
    <dgm:cxn modelId="{94CD9060-6B78-7044-BB88-CEE6F84BDC1C}" srcId="{ADA3E272-5CC5-1947-A75D-A56767C58972}" destId="{7D9B4003-29AD-B244-94BC-DC72F29D71D3}" srcOrd="0" destOrd="0" parTransId="{2C705D3A-2273-AF49-B6D8-B4CDB93CABEC}" sibTransId="{C7076027-9226-ED4B-9F6E-B9805B5C0F52}"/>
    <dgm:cxn modelId="{0495A263-9E1A-5047-BB1D-BFBEABCE9007}" type="presOf" srcId="{8E3652A2-848B-BD47-96F2-12C87FB159CC}" destId="{04893CD1-80B3-CE49-9A5B-07BDAA60BABB}" srcOrd="0" destOrd="0" presId="urn:microsoft.com/office/officeart/2026/layout/TextCardSideLineNumbered"/>
    <dgm:cxn modelId="{C2797E67-D041-D241-B5ED-EE4429595772}" type="presOf" srcId="{C7076027-9226-ED4B-9F6E-B9805B5C0F52}" destId="{E40C9E21-0FF7-944D-8E04-60528924565B}" srcOrd="0" destOrd="0" presId="urn:microsoft.com/office/officeart/2026/layout/TextCardSideLineNumbered"/>
    <dgm:cxn modelId="{A4CE3696-E180-3442-BA41-D75D59AE070B}" srcId="{FE42BEFF-99BF-0843-9196-F56F662D5C2B}" destId="{3424DB7B-3398-3E44-9A68-1D92DC4E7BEA}" srcOrd="0" destOrd="0" parTransId="{025C834D-ECCC-1640-9257-F31B41AD74D2}" sibTransId="{BA6C9E0C-0848-BB46-9502-D046360A66D4}"/>
    <dgm:cxn modelId="{9D266FD8-DED5-154F-B7F6-0117D7B93372}" type="presOf" srcId="{FE42BEFF-99BF-0843-9196-F56F662D5C2B}" destId="{402FCC5D-0F6F-1445-9FD6-61420DEBEFF2}" srcOrd="0" destOrd="0" presId="urn:microsoft.com/office/officeart/2026/layout/TextCardSideLineNumbered"/>
    <dgm:cxn modelId="{F579E2E8-8D69-E747-B156-65F39A1D2B6F}" type="presOf" srcId="{EBD477B9-9AFA-FC41-A5A3-8E0E636D167D}" destId="{F729DC56-79AD-2A4D-80F7-16EC665549D4}" srcOrd="0" destOrd="0" presId="urn:microsoft.com/office/officeart/2026/layout/TextCardSideLineNumbered"/>
    <dgm:cxn modelId="{ADEF5FE9-2F08-E847-BD26-F2935D58F6E5}" type="presOf" srcId="{8831015F-69FD-1B4D-8920-732861888263}" destId="{474B2885-D002-794E-97C3-A93AF6A47EB6}" srcOrd="0" destOrd="0" presId="urn:microsoft.com/office/officeart/2026/layout/TextCardSideLineNumbered"/>
    <dgm:cxn modelId="{E9C897EA-C5A6-6F48-A05D-A79E7636E463}" type="presOf" srcId="{C743B50A-37D1-654D-A305-4C017F931DE2}" destId="{C045FE4D-DFCD-0D4F-A5D1-8488CAFA6CFB}" srcOrd="0" destOrd="0" presId="urn:microsoft.com/office/officeart/2026/layout/TextCardSideLineNumbered"/>
    <dgm:cxn modelId="{09877C6D-6B25-F04F-980D-3D8BE845B9FB}" type="presParOf" srcId="{B3AEBCA6-F56F-2D40-BED3-996C6CEBA94A}" destId="{812D8E82-FA7C-804F-9CE3-124C30274AFD}" srcOrd="0" destOrd="0" presId="urn:microsoft.com/office/officeart/2026/layout/TextCardSideLineNumbered"/>
    <dgm:cxn modelId="{8D53410B-10B4-C042-B124-2344D59A6795}" type="presParOf" srcId="{812D8E82-FA7C-804F-9CE3-124C30274AFD}" destId="{F47F108C-4BD0-944E-8175-EB4DF36EB18B}" srcOrd="0" destOrd="0" presId="urn:microsoft.com/office/officeart/2026/layout/TextCardSideLineNumbered"/>
    <dgm:cxn modelId="{0EC7BDD7-CAD5-F84C-A1EB-74565A804BFF}" type="presParOf" srcId="{812D8E82-FA7C-804F-9CE3-124C30274AFD}" destId="{E40C9E21-0FF7-944D-8E04-60528924565B}" srcOrd="1" destOrd="0" presId="urn:microsoft.com/office/officeart/2026/layout/TextCardSideLineNumbered"/>
    <dgm:cxn modelId="{EA00266B-528D-0B4B-B0BC-5AE74EE5C9BF}" type="presParOf" srcId="{812D8E82-FA7C-804F-9CE3-124C30274AFD}" destId="{E35E1C83-40EB-8C4E-ABC4-1B3F9A68969A}" srcOrd="2" destOrd="0" presId="urn:microsoft.com/office/officeart/2026/layout/TextCardSideLineNumbered"/>
    <dgm:cxn modelId="{608BC14A-DF21-4F45-AE33-9149D5E6E3AB}" type="presParOf" srcId="{812D8E82-FA7C-804F-9CE3-124C30274AFD}" destId="{04893CD1-80B3-CE49-9A5B-07BDAA60BABB}" srcOrd="3" destOrd="0" presId="urn:microsoft.com/office/officeart/2026/layout/TextCardSideLineNumbered"/>
    <dgm:cxn modelId="{296F720B-877E-C74E-9696-B366160F550A}" type="presParOf" srcId="{B3AEBCA6-F56F-2D40-BED3-996C6CEBA94A}" destId="{AA79BF3B-ABF3-DC47-A823-E5FC39DF23D1}" srcOrd="1" destOrd="0" presId="urn:microsoft.com/office/officeart/2026/layout/TextCardSideLineNumbered"/>
    <dgm:cxn modelId="{5E0B4082-FDAA-344E-9074-27A1B69B321A}" type="presParOf" srcId="{B3AEBCA6-F56F-2D40-BED3-996C6CEBA94A}" destId="{DC89BF4A-3138-A743-BC35-4ECC6516D5BB}" srcOrd="2" destOrd="0" presId="urn:microsoft.com/office/officeart/2026/layout/TextCardSideLineNumbered"/>
    <dgm:cxn modelId="{D1AB3CC6-3377-C34D-97AB-88E5974C0327}" type="presParOf" srcId="{DC89BF4A-3138-A743-BC35-4ECC6516D5BB}" destId="{BFA46B0E-6272-E244-8793-3891FA96DDF6}" srcOrd="0" destOrd="0" presId="urn:microsoft.com/office/officeart/2026/layout/TextCardSideLineNumbered"/>
    <dgm:cxn modelId="{333AD440-F14B-FF47-BFD2-ED2A4480DD12}" type="presParOf" srcId="{DC89BF4A-3138-A743-BC35-4ECC6516D5BB}" destId="{C045FE4D-DFCD-0D4F-A5D1-8488CAFA6CFB}" srcOrd="1" destOrd="0" presId="urn:microsoft.com/office/officeart/2026/layout/TextCardSideLineNumbered"/>
    <dgm:cxn modelId="{BEA1969B-3B29-8642-B655-B0C3390024F6}" type="presParOf" srcId="{DC89BF4A-3138-A743-BC35-4ECC6516D5BB}" destId="{474B2885-D002-794E-97C3-A93AF6A47EB6}" srcOrd="2" destOrd="0" presId="urn:microsoft.com/office/officeart/2026/layout/TextCardSideLineNumbered"/>
    <dgm:cxn modelId="{4ABB96E1-A78F-F241-8717-C199576D251A}" type="presParOf" srcId="{DC89BF4A-3138-A743-BC35-4ECC6516D5BB}" destId="{6A9E6266-1B11-E24C-88E3-D26F4EA97335}" srcOrd="3" destOrd="0" presId="urn:microsoft.com/office/officeart/2026/layout/TextCardSideLineNumbered"/>
    <dgm:cxn modelId="{67F9869B-3797-6942-AA62-2DCBF15A5931}" type="presParOf" srcId="{B3AEBCA6-F56F-2D40-BED3-996C6CEBA94A}" destId="{6A8D6525-41DF-0841-8BBE-83FC55285F5A}" srcOrd="3" destOrd="0" presId="urn:microsoft.com/office/officeart/2026/layout/TextCardSideLineNumbered"/>
    <dgm:cxn modelId="{ACF75317-1A09-3F40-8CAA-6D1B21C62C37}" type="presParOf" srcId="{B3AEBCA6-F56F-2D40-BED3-996C6CEBA94A}" destId="{FF478BED-331C-7540-8EB9-55DA3C238225}" srcOrd="4" destOrd="0" presId="urn:microsoft.com/office/officeart/2026/layout/TextCardSideLineNumbered"/>
    <dgm:cxn modelId="{DCCECBED-6005-D349-90D2-C94D5853D06C}" type="presParOf" srcId="{FF478BED-331C-7540-8EB9-55DA3C238225}" destId="{96D20168-3E3A-3E4D-A643-A7213286A68B}" srcOrd="0" destOrd="0" presId="urn:microsoft.com/office/officeart/2026/layout/TextCardSideLineNumbered"/>
    <dgm:cxn modelId="{9F417DC9-EA1E-EC42-A6F5-832165DA35FA}" type="presParOf" srcId="{FF478BED-331C-7540-8EB9-55DA3C238225}" destId="{F729DC56-79AD-2A4D-80F7-16EC665549D4}" srcOrd="1" destOrd="0" presId="urn:microsoft.com/office/officeart/2026/layout/TextCardSideLineNumbered"/>
    <dgm:cxn modelId="{F254D6A9-CC67-744A-B5D3-CF830D426227}" type="presParOf" srcId="{FF478BED-331C-7540-8EB9-55DA3C238225}" destId="{402FCC5D-0F6F-1445-9FD6-61420DEBEFF2}" srcOrd="2" destOrd="0" presId="urn:microsoft.com/office/officeart/2026/layout/TextCardSideLineNumbered"/>
    <dgm:cxn modelId="{06E5A7C3-BC42-D543-B61F-2817B122DDF7}" type="presParOf" srcId="{FF478BED-331C-7540-8EB9-55DA3C238225}" destId="{2B6DD785-51D0-2A47-8BEC-64E3FA8A6934}" srcOrd="3" destOrd="0" presId="urn:microsoft.com/office/officeart/2026/layout/TextCardSideLine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47F108C-4BD0-944E-8175-EB4DF36EB18B}">
      <dsp:nvSpPr>
        <dsp:cNvPr id="0" name=""/>
        <dsp:cNvSpPr/>
      </dsp:nvSpPr>
      <dsp:spPr>
        <a:xfrm>
          <a:off x="275661" y="433077"/>
          <a:ext cx="24323" cy="1354756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40C9E21-0FF7-944D-8E04-60528924565B}">
      <dsp:nvSpPr>
        <dsp:cNvPr id="0" name=""/>
        <dsp:cNvSpPr/>
      </dsp:nvSpPr>
      <dsp:spPr>
        <a:xfrm>
          <a:off x="488487" y="429690"/>
          <a:ext cx="2827553" cy="4064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b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sz="2800" kern="1200"/>
            <a:t>1</a:t>
          </a:r>
          <a:endParaRPr sz="2800" kern="1200" dirty="0"/>
        </a:p>
      </dsp:txBody>
      <dsp:txXfrm>
        <a:off x="488487" y="429690"/>
        <a:ext cx="2827553" cy="406426"/>
      </dsp:txXfrm>
    </dsp:sp>
    <dsp:sp modelId="{E35E1C83-40EB-8C4E-ABC4-1B3F9A68969A}">
      <dsp:nvSpPr>
        <dsp:cNvPr id="0" name=""/>
        <dsp:cNvSpPr/>
      </dsp:nvSpPr>
      <dsp:spPr>
        <a:xfrm>
          <a:off x="488487" y="905558"/>
          <a:ext cx="2827553" cy="2743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800" kern="1200" dirty="0"/>
            <a:t>Communication</a:t>
          </a:r>
        </a:p>
      </dsp:txBody>
      <dsp:txXfrm>
        <a:off x="488487" y="905558"/>
        <a:ext cx="2827553" cy="274318"/>
      </dsp:txXfrm>
    </dsp:sp>
    <dsp:sp modelId="{04893CD1-80B3-CE49-9A5B-07BDAA60BABB}">
      <dsp:nvSpPr>
        <dsp:cNvPr id="0" name=""/>
        <dsp:cNvSpPr/>
      </dsp:nvSpPr>
      <dsp:spPr>
        <a:xfrm>
          <a:off x="488487" y="1249323"/>
          <a:ext cx="2827553" cy="5689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solidFill>
                <a:schemeClr val="tx1">
                  <a:hueOff val="0"/>
                  <a:satOff val="0"/>
                  <a:lumOff val="0"/>
                  <a:alpha val="69841"/>
                </a:schemeClr>
              </a:solidFill>
            </a:rPr>
            <a:t>Understanding one another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solidFill>
                <a:schemeClr val="tx1">
                  <a:hueOff val="0"/>
                  <a:satOff val="0"/>
                  <a:lumOff val="0"/>
                  <a:alpha val="69841"/>
                </a:schemeClr>
              </a:solidFill>
            </a:rPr>
            <a:t>Understanding one another</a:t>
          </a:r>
        </a:p>
      </dsp:txBody>
      <dsp:txXfrm>
        <a:off x="488487" y="1249323"/>
        <a:ext cx="2827553" cy="568997"/>
      </dsp:txXfrm>
    </dsp:sp>
    <dsp:sp modelId="{BFA46B0E-6272-E244-8793-3891FA96DDF6}">
      <dsp:nvSpPr>
        <dsp:cNvPr id="0" name=""/>
        <dsp:cNvSpPr/>
      </dsp:nvSpPr>
      <dsp:spPr>
        <a:xfrm>
          <a:off x="3547109" y="433077"/>
          <a:ext cx="24323" cy="1354756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045FE4D-DFCD-0D4F-A5D1-8488CAFA6CFB}">
      <dsp:nvSpPr>
        <dsp:cNvPr id="0" name=""/>
        <dsp:cNvSpPr/>
      </dsp:nvSpPr>
      <dsp:spPr>
        <a:xfrm>
          <a:off x="3759936" y="429690"/>
          <a:ext cx="2827553" cy="4064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b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sz="2800" kern="1200"/>
            <a:t>2</a:t>
          </a:r>
          <a:endParaRPr sz="2800" kern="1200" dirty="0"/>
        </a:p>
      </dsp:txBody>
      <dsp:txXfrm>
        <a:off x="3759936" y="429690"/>
        <a:ext cx="2827553" cy="406426"/>
      </dsp:txXfrm>
    </dsp:sp>
    <dsp:sp modelId="{474B2885-D002-794E-97C3-A93AF6A47EB6}">
      <dsp:nvSpPr>
        <dsp:cNvPr id="0" name=""/>
        <dsp:cNvSpPr/>
      </dsp:nvSpPr>
      <dsp:spPr>
        <a:xfrm>
          <a:off x="3759936" y="893694"/>
          <a:ext cx="2827553" cy="2980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800" kern="1200" dirty="0"/>
            <a:t>Collaboration</a:t>
          </a:r>
        </a:p>
      </dsp:txBody>
      <dsp:txXfrm>
        <a:off x="3759936" y="893694"/>
        <a:ext cx="2827553" cy="298046"/>
      </dsp:txXfrm>
    </dsp:sp>
    <dsp:sp modelId="{6A9E6266-1B11-E24C-88E3-D26F4EA97335}">
      <dsp:nvSpPr>
        <dsp:cNvPr id="0" name=""/>
        <dsp:cNvSpPr/>
      </dsp:nvSpPr>
      <dsp:spPr>
        <a:xfrm>
          <a:off x="3759936" y="1249323"/>
          <a:ext cx="2827553" cy="5689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solidFill>
                <a:schemeClr val="tx1">
                  <a:hueOff val="0"/>
                  <a:satOff val="0"/>
                  <a:lumOff val="0"/>
                  <a:alpha val="70000"/>
                </a:schemeClr>
              </a:solidFill>
            </a:rPr>
            <a:t>Working toward shared goals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solidFill>
                <a:schemeClr val="tx1">
                  <a:hueOff val="0"/>
                  <a:satOff val="0"/>
                  <a:lumOff val="0"/>
                  <a:alpha val="70000"/>
                </a:schemeClr>
              </a:solidFill>
            </a:rPr>
            <a:t>Working toward shared goals</a:t>
          </a:r>
        </a:p>
      </dsp:txBody>
      <dsp:txXfrm>
        <a:off x="3759936" y="1249323"/>
        <a:ext cx="2827553" cy="568997"/>
      </dsp:txXfrm>
    </dsp:sp>
    <dsp:sp modelId="{96D20168-3E3A-3E4D-A643-A7213286A68B}">
      <dsp:nvSpPr>
        <dsp:cNvPr id="0" name=""/>
        <dsp:cNvSpPr/>
      </dsp:nvSpPr>
      <dsp:spPr>
        <a:xfrm>
          <a:off x="6818558" y="433077"/>
          <a:ext cx="24323" cy="1354756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729DC56-79AD-2A4D-80F7-16EC665549D4}">
      <dsp:nvSpPr>
        <dsp:cNvPr id="0" name=""/>
        <dsp:cNvSpPr/>
      </dsp:nvSpPr>
      <dsp:spPr>
        <a:xfrm>
          <a:off x="7031385" y="429690"/>
          <a:ext cx="2827553" cy="4064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b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sz="2800" kern="1200" dirty="0"/>
            <a:t>3</a:t>
          </a:r>
        </a:p>
      </dsp:txBody>
      <dsp:txXfrm>
        <a:off x="7031385" y="429690"/>
        <a:ext cx="2827553" cy="406426"/>
      </dsp:txXfrm>
    </dsp:sp>
    <dsp:sp modelId="{402FCC5D-0F6F-1445-9FD6-61420DEBEFF2}">
      <dsp:nvSpPr>
        <dsp:cNvPr id="0" name=""/>
        <dsp:cNvSpPr/>
      </dsp:nvSpPr>
      <dsp:spPr>
        <a:xfrm>
          <a:off x="7031385" y="893694"/>
          <a:ext cx="2827553" cy="2980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800" kern="1200" dirty="0"/>
            <a:t>Trust</a:t>
          </a:r>
        </a:p>
      </dsp:txBody>
      <dsp:txXfrm>
        <a:off x="7031385" y="893694"/>
        <a:ext cx="2827553" cy="298046"/>
      </dsp:txXfrm>
    </dsp:sp>
    <dsp:sp modelId="{2B6DD785-51D0-2A47-8BEC-64E3FA8A6934}">
      <dsp:nvSpPr>
        <dsp:cNvPr id="0" name=""/>
        <dsp:cNvSpPr/>
      </dsp:nvSpPr>
      <dsp:spPr>
        <a:xfrm>
          <a:off x="7031385" y="1249323"/>
          <a:ext cx="2827553" cy="5689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solidFill>
                <a:schemeClr val="tx1">
                  <a:hueOff val="0"/>
                  <a:satOff val="0"/>
                  <a:lumOff val="0"/>
                  <a:alpha val="70000"/>
                </a:schemeClr>
              </a:solidFill>
            </a:rPr>
            <a:t>Supporting each other's success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solidFill>
                <a:schemeClr val="tx1">
                  <a:hueOff val="0"/>
                  <a:satOff val="0"/>
                  <a:lumOff val="0"/>
                  <a:alpha val="70000"/>
                </a:schemeClr>
              </a:solidFill>
            </a:rPr>
            <a:t>Working toward shared goals</a:t>
          </a:r>
        </a:p>
      </dsp:txBody>
      <dsp:txXfrm>
        <a:off x="7031385" y="1249323"/>
        <a:ext cx="2827553" cy="56899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26/layout/TextCardSideLineNumbered">
  <dgm:title val=""/>
  <dgm:desc val=""/>
  <dgm:catLst>
    <dgm:cat type="textcard" pri="100"/>
  </dgm:catLst>
  <dgm:sampData>
    <dgm:dataModel>
      <dgm:ptLst>
        <dgm:pt modelId="0" type="doc"/>
        <dgm:pt modelId="10">
          <dgm:prSet phldrT="Title" phldr="1"/>
        </dgm:pt>
        <dgm:pt modelId="11">
          <dgm:prSet phldrT="Description" phldr="1"/>
        </dgm:pt>
        <dgm:pt modelId="20">
          <dgm:prSet phldrT="Title" phldr="1"/>
        </dgm:pt>
        <dgm:pt modelId="21">
          <dgm:prSet phldrT="Description" phldr="1"/>
        </dgm:pt>
        <dgm:pt modelId="30">
          <dgm:prSet phldrT="Title" phldr="1"/>
        </dgm:pt>
        <dgm:pt modelId="31">
          <dgm:prSet phldrT="Description" phldr="1"/>
        </dgm:pt>
        <dgm:pt modelId="101" type="sibTrans" cxnId="{8FF3DA75-9BAC-44B5-BB13-07D9031ED9A1}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{98CE6904-8883-471B-91A0-CA92EF175183}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{91406F63-012E-42FC-8422-B92366F09A39}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100" srcId="0" destId="10" srcOrd="0" destOrd="0" sibTransId="101"/>
        <dgm:cxn modelId="101" srcId="10" destId="11" srcOrd="0" destOrd="0"/>
        <dgm:cxn modelId="102" srcId="0" destId="20" srcOrd="1" destOrd="0" sibTransId="201"/>
        <dgm:cxn modelId="103" srcId="20" destId="21" srcOrd="0" destOrd="0"/>
        <dgm:cxn modelId="104" srcId="0" destId="30" srcOrd="2" destOrd="0" sibTransId="301"/>
        <dgm:cxn modelId="105" srcId="30" destId="31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choose name="RowBalLTR">
          <dgm:if name="RB1" axis="ch" ptType="node" func="cnt" op="lte" val="4">
            <dgm:alg type="snake">
              <dgm:param type="grDir" val="tL"/>
              <dgm:param type="flowDir" val="row"/>
              <dgm:param type="contDir" val="sameDir"/>
              <dgm:param type="off" val="off"/>
              <dgm:param type="vertAlign" val="mid"/>
              <dgm:param type="horzAlign" val="ctr"/>
            </dgm:alg>
          </dgm:if>
          <dgm:else name="RB2">
            <dgm:alg type="snake">
              <dgm:param type="grDir" val="tL"/>
              <dgm:param type="flowDir" val="row"/>
              <dgm:param type="contDir" val="sameDir"/>
              <dgm:param type="off" val="off"/>
              <dgm:param type="vertAlign" val="mid"/>
              <dgm:param type="horzAlign" val="ctr"/>
              <dgm:param type="bkpt" val="bal"/>
            </dgm:alg>
          </dgm:else>
        </dgm:choose>
      </dgm:if>
      <dgm:else name="Name2">
        <dgm:choose name="RowBalRTL">
          <dgm:if name="RB3" axis="ch" ptType="node" func="cnt" op="lte" val="4">
            <dgm:alg type="snake">
              <dgm:param type="grDir" val="tR"/>
              <dgm:param type="flowDir" val="row"/>
              <dgm:param type="contDir" val="sameDir"/>
              <dgm:param type="off" val="off"/>
              <dgm:param type="vertAlign" val="mid"/>
              <dgm:param type="horzAlign" val="ctr"/>
            </dgm:alg>
          </dgm:if>
          <dgm:else name="RB4">
            <dgm:alg type="snake">
              <dgm:param type="grDir" val="tR"/>
              <dgm:param type="flowDir" val="row"/>
              <dgm:param type="contDir" val="sameDir"/>
              <dgm:param type="off" val="off"/>
              <dgm:param type="vertAlign" val="mid"/>
              <dgm:param type="horzAlign" val="ctr"/>
              <dgm:param type="bkpt" val="bal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w" for="ch" forName="compNode" refType="w" fact="0.3"/>
          <dgm:constr type="h" for="ch" forName="compNode" refType="h" fact="0.61"/>
          <dgm:constr type="w" for="ch" forName="sibTrans" refType="w" refFor="ch" refForName="compNode" fact="0.076"/>
          <dgm:constr type="sp" refType="w" refFor="ch" refForName="compNode" op="equ" fact="0.06"/>
          <dgm:constr type="primFontSz" for="des" forName="numberText" op="equ" val="48"/>
          <dgm:constr type="primFontSz" for="des" forName="titleText" op="equ" val="18"/>
          <dgm:constr type="primFontSz" for="des" forName="bodyText" op="equ" val="14"/>
          <dgm:constr type="h" for="des" forName="compNode" op="equ"/>
          <dgm:constr type="w" for="des" forName="compNode" op="equ"/>
        </dgm:constrLst>
      </dgm:if>
      <dgm:if name="Name5" axis="ch" ptType="node" func="cnt" op="lte" val="3">
        <dgm:constrLst>
          <dgm:constr type="w" for="ch" forName="compNode" refType="w" fact="0.3"/>
          <dgm:constr type="h" for="ch" forName="compNode" refType="h" fact="0.61"/>
          <dgm:constr type="w" for="ch" forName="sibTrans" refType="w" refFor="ch" refForName="compNode" fact="0.076"/>
          <dgm:constr type="sp" refType="w" refFor="ch" refForName="compNode" op="equ" fact="0.06"/>
          <dgm:constr type="primFontSz" for="des" forName="numberText" op="equ" val="48"/>
          <dgm:constr type="primFontSz" for="des" forName="titleText" op="equ" val="18"/>
          <dgm:constr type="primFontSz" for="des" forName="bodyText" op="equ" val="14"/>
          <dgm:constr type="h" for="des" forName="compNode" op="equ"/>
          <dgm:constr type="w" for="des" forName="compNode" op="equ"/>
        </dgm:constrLst>
      </dgm:if>
      <dgm:if name="Name5b" axis="ch" ptType="node" func="cnt" op="lte" val="4">
        <dgm:constrLst>
          <dgm:constr type="w" for="ch" forName="compNode" refType="w" fact="0.22"/>
          <dgm:constr type="h" for="ch" forName="compNode" refType="h" fact="0.61"/>
          <dgm:constr type="w" for="ch" forName="sibTrans" refType="w" refFor="ch" refForName="compNode" fact="0.076"/>
          <dgm:constr type="sp" refType="w" refFor="ch" refForName="compNode" op="equ" fact="0.06"/>
          <dgm:constr type="primFontSz" for="des" forName="numberText" op="equ" val="48"/>
          <dgm:constr type="primFontSz" for="des" forName="titleText" op="equ" val="18"/>
          <dgm:constr type="primFontSz" for="des" forName="bodyText" op="equ" val="14"/>
          <dgm:constr type="h" for="des" forName="compNode" op="equ"/>
          <dgm:constr type="w" for="des" forName="compNode" op="equ"/>
        </dgm:constrLst>
      </dgm:if>
      <dgm:if name="Name6" axis="ch" ptType="node" func="cnt" op="lte" val="6">
        <dgm:constrLst>
          <dgm:constr type="w" for="ch" forName="compNode" refType="w" fact="0.3"/>
          <dgm:constr type="h" for="ch" forName="compNode" refType="h" fact="0.61"/>
          <dgm:constr type="w" for="ch" forName="sibTrans" refType="w" refFor="ch" refForName="compNode" fact="0.076"/>
          <dgm:constr type="sp" refType="w" refFor="ch" refForName="compNode" op="equ" fact="0.06"/>
          <dgm:constr type="primFontSz" for="des" forName="numberText" op="equ" val="48"/>
          <dgm:constr type="primFontSz" for="des" forName="titleText" op="equ" val="18"/>
          <dgm:constr type="primFontSz" for="des" forName="bodyText" op="equ" val="14"/>
          <dgm:constr type="h" for="des" forName="compNode" op="equ"/>
          <dgm:constr type="w" for="des" forName="compNode" op="equ"/>
        </dgm:constrLst>
      </dgm:if>
      <dgm:else name="Name7">
        <dgm:constrLst>
          <dgm:constr type="w" for="ch" forName="compNode" refType="w" fact="0.3"/>
          <dgm:constr type="h" for="ch" forName="compNode" refType="h" fact="0.61"/>
          <dgm:constr type="w" for="ch" forName="sibTrans" refType="w" refFor="ch" refForName="compNode" fact="0.076"/>
          <dgm:constr type="sp" refType="w" refFor="ch" refForName="compNode" op="equ" fact="0.06"/>
          <dgm:constr type="primFontSz" for="des" forName="numberText" op="equ" val="48"/>
          <dgm:constr type="primFontSz" for="des" forName="titleText" op="equ" val="18"/>
          <dgm:constr type="primFontSz" for="des" forName="bodyText" op="equ" val="14"/>
          <dgm:constr type="h" for="des" forName="compNode" op="equ"/>
          <dgm:constr type="w" for="des" forName="compNode" op="equ"/>
        </dgm:constrLst>
      </dgm:else>
    </dgm:choose>
    <dgm:ruleLst>
      <dgm:rule type="h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l" for="ch" forName="accentLine"/>
          <dgm:constr type="t" for="ch" forName="accentLine"/>
          <dgm:constr type="w" for="ch" forName="accentLine" refType="w" fact="0.008"/>
          <dgm:constr type="h" for="ch" forName="accentLine" refType="h"/>
          <dgm:constr type="l" for="ch" forName="numberText" refType="w" fact="0.07"/>
          <dgm:constr type="t" for="ch" forName="numberText" refType="h" fact="0.02"/>
          <dgm:constr type="w" for="ch" forName="numberText" refType="w" fact="0.93"/>
          <dgm:constr type="h" for="ch" forName="numberText" refType="h" fact="0.3"/>
          <dgm:constr type="l" for="ch" forName="titleText" refType="w" fact="0.07"/>
          <dgm:constr type="t" for="ch" forName="titleText" refType="h" fact="0.34"/>
          <dgm:constr type="w" for="ch" forName="titleText" refType="w" fact="0.93"/>
          <dgm:constr type="h" for="ch" forName="titleText" refType="h" fact="0.22"/>
          <dgm:constr type="l" for="ch" forName="bodyText" refType="w" fact="0.07"/>
          <dgm:constr type="t" for="ch" forName="bodyText" refType="h" fact="0.58"/>
          <dgm:constr type="w" for="ch" forName="bodyText" refType="w" fact="0.93"/>
          <dgm:constr type="h" for="ch" forName="bodyText" refType="h" fact="0.42"/>
        </dgm:constrLst>
        <dgm:ruleLst/>
        <dgm:layoutNode name="accentLine" styleLbl="dkBgShp">
          <dgm:alg type="sp"/>
          <dgm:shape xmlns:r="http://schemas.openxmlformats.org/officeDocument/2006/relationships" type="rect" r:blip="">
            <dgm:adjLst/>
            <dgm:extLst>
              <a:ext uri="{B698B0E9-8C71-41B9-8309-B3DCBF30829C}">
                <dgm1612:spPr xmlns:dgm1612="http://schemas.microsoft.com/office/drawing/2016/12/diagram">
                  <a:solidFill>
                    <a:schemeClr val="accent1"/>
                  </a:solidFill>
                </dgm1612:spPr>
              </a:ext>
            </dgm:extLst>
          </dgm:shape>
          <dgm:presOf/>
          <dgm:constrLst/>
          <dgm:ruleLst/>
        </dgm:layoutNode>
        <dgm:forEach name="numForEach" axis="followSib" ptType="sibTrans" hideLastTrans="0" cnt="1">
          <dgm:layoutNode name="numberText" styleLbl="revTx">
            <dgm:varLst>
              <dgm:chMax val="0"/>
              <dgm:chPref val="0"/>
              <dgm:bulletEnabled/>
            </dgm:varLst>
            <dgm:alg type="tx">
              <dgm:param type="txAnchorVert" val="b"/>
              <dgm:param type="parTxLTRAlign" val="l"/>
            </dgm:alg>
            <dgm:shape xmlns:r="http://schemas.openxmlformats.org/officeDocument/2006/relationships" type="rect" r:blip="">
              <dgm:adjLst/>
            </dgm:shape>
            <dgm:presOf axis="self" ptType="sibTrans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24" fact="NaN" max="NaN"/>
            </dgm:ruleLst>
          </dgm:layoutNode>
        </dgm:forEach>
        <dgm:layoutNode name="titleText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8" fact="NaN" max="NaN"/>
          </dgm:ruleLst>
        </dgm:layoutNode>
        <dgm:layoutNode name="bodyText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7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lain"/>
          </dgm1611:buPr>
        </dgm1611:autoBuNodeInfo>
      </dgm1611:autoBuNodeInfoLst>
    </a:ext>
    <a:ext uri="{68A01E43-0DF5-4B5B-8FA6-DAF915123BFB}">
      <dgm1612:lstStyle xmlns:dgm1612="http://schemas.microsoft.com/office/drawing/2016/12/diagram">
        <a:lvl1pPr>
          <a:defRPr b="1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717E3FB-E447-63BA-5ED3-1860A13A998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59FD43B-2E60-E296-88C8-A2E76165C5E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2909C4-5127-7944-B7CE-A7A5F3C4EC52}" type="datetimeFigureOut">
              <a:rPr lang="en-US" smtClean="0"/>
              <a:t>10/23/26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157E8E-26EE-4042-A315-338F7451608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A0912E-F90C-9357-303D-6509DDE248D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0B4486-0BB4-9047-9E48-D8C31CD5F7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978526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A563DE-1E5F-A84A-B127-17E018BE3FB0}" type="datetimeFigureOut">
              <a:rPr lang="en-US" smtClean="0"/>
              <a:t>10/23/26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120366-85EB-F641-9304-C042EC24B2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28889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120366-85EB-F641-9304-C042EC24B29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79906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6" Type="http://schemas.microsoft.com/office/2007/relationships/hdphoto" Target="../media/hdphoto4.wdp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16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Layouts/_rels/slideLayout17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Layouts/_rels/slideLayout18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7" Type="http://schemas.microsoft.com/office/2007/relationships/hdphoto" Target="../media/hdphoto5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6.png"/><Relationship Id="rId5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75553B-AEB9-5260-5149-A2278FF2E3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 i="0" spc="-150">
                <a:gradFill flip="none" rotWithShape="1">
                  <a:gsLst>
                    <a:gs pos="0">
                      <a:schemeClr val="accent3"/>
                    </a:gs>
                    <a:gs pos="100000">
                      <a:schemeClr val="accent2"/>
                    </a:gs>
                  </a:gsLst>
                  <a:lin ang="2700000" scaled="1"/>
                  <a:tileRect/>
                </a:gradFill>
                <a:latin typeface="Aptos SemiBold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300D32-C45C-2C06-2B46-8A0B847146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8" y="1371600"/>
            <a:ext cx="10972801" cy="4490484"/>
          </a:xfrm>
        </p:spPr>
        <p:txBody>
          <a:bodyPr lIns="0" tIns="0" rIns="0" bIns="0"/>
          <a:lstStyle>
            <a:lvl1pPr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buClr>
                <a:schemeClr val="accent1"/>
              </a:buClr>
              <a:defRPr>
                <a:solidFill>
                  <a:schemeClr val="tx1">
                    <a:alpha val="90000"/>
                  </a:schemeClr>
                </a:solidFill>
              </a:defRPr>
            </a:lvl1pPr>
            <a:lvl2pPr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buClr>
                <a:schemeClr val="accent1"/>
              </a:buClr>
              <a:defRPr>
                <a:solidFill>
                  <a:schemeClr val="tx1">
                    <a:alpha val="90000"/>
                  </a:schemeClr>
                </a:solidFill>
              </a:defRPr>
            </a:lvl2pPr>
            <a:lvl3pPr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buClr>
                <a:schemeClr val="accent1"/>
              </a:buClr>
              <a:defRPr>
                <a:solidFill>
                  <a:schemeClr val="tx1">
                    <a:alpha val="90000"/>
                  </a:schemeClr>
                </a:solidFill>
              </a:defRPr>
            </a:lvl3pPr>
            <a:lvl4pPr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buClr>
                <a:schemeClr val="accent1"/>
              </a:buClr>
              <a:defRPr>
                <a:solidFill>
                  <a:schemeClr val="tx1">
                    <a:alpha val="90000"/>
                  </a:schemeClr>
                </a:solidFill>
              </a:defRPr>
            </a:lvl4pPr>
            <a:lvl5pPr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buClr>
                <a:schemeClr val="accent1"/>
              </a:buClr>
              <a:defRPr>
                <a:solidFill>
                  <a:schemeClr val="tx1">
                    <a:alpha val="9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17B64D-CAA0-EF4B-53AC-21E1B9149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alpha val="69626"/>
                  </a:schemeClr>
                </a:solidFill>
              </a:defRPr>
            </a:lvl1pPr>
          </a:lstStyle>
          <a:p>
            <a:fld id="{171F2A03-D3E6-402F-9492-2223AF69BF36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5" name="Picture 14" descr="Blue and yellow wave pattern">
            <a:extLst>
              <a:ext uri="{FF2B5EF4-FFF2-40B4-BE49-F238E27FC236}">
                <a16:creationId xmlns:a16="http://schemas.microsoft.com/office/drawing/2014/main" id="{884E72BA-1BC3-A253-860E-D6F43424785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8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  <a14:imgEffect>
                      <a14:colorTemperature colorTemp="47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3804" t="43972" r="28968" b="9609"/>
          <a:stretch>
            <a:fillRect/>
          </a:stretch>
        </p:blipFill>
        <p:spPr>
          <a:xfrm rot="5400000">
            <a:off x="5749455" y="-415455"/>
            <a:ext cx="602708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04138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+ Content - No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75553B-AEB9-5260-5149-A2278FF2E3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 i="0" spc="-150">
                <a:gradFill flip="none" rotWithShape="1">
                  <a:gsLst>
                    <a:gs pos="0">
                      <a:schemeClr val="accent3"/>
                    </a:gs>
                    <a:gs pos="100000">
                      <a:schemeClr val="accent2"/>
                    </a:gs>
                  </a:gsLst>
                  <a:lin ang="2700000" scaled="1"/>
                  <a:tileRect/>
                </a:gradFill>
                <a:latin typeface="Aptos SemiBold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300D32-C45C-2C06-2B46-8A0B847146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8" y="1371600"/>
            <a:ext cx="10972801" cy="4490484"/>
          </a:xfrm>
        </p:spPr>
        <p:txBody>
          <a:bodyPr lIns="0" tIns="0" rIns="0" bIns="0"/>
          <a:lstStyle>
            <a:lvl1pPr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buClr>
                <a:schemeClr val="accent1"/>
              </a:buClr>
              <a:buNone/>
              <a:defRPr>
                <a:solidFill>
                  <a:schemeClr val="tx1">
                    <a:alpha val="90000"/>
                  </a:schemeClr>
                </a:solidFill>
              </a:defRPr>
            </a:lvl1pPr>
            <a:lvl2pPr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buClr>
                <a:schemeClr val="accent1"/>
              </a:buClr>
              <a:buNone/>
              <a:defRPr>
                <a:solidFill>
                  <a:schemeClr val="tx1">
                    <a:alpha val="90000"/>
                  </a:schemeClr>
                </a:solidFill>
              </a:defRPr>
            </a:lvl2pPr>
            <a:lvl3pPr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buClr>
                <a:schemeClr val="accent1"/>
              </a:buClr>
              <a:buNone/>
              <a:defRPr>
                <a:solidFill>
                  <a:schemeClr val="tx1">
                    <a:alpha val="90000"/>
                  </a:schemeClr>
                </a:solidFill>
              </a:defRPr>
            </a:lvl3pPr>
            <a:lvl4pPr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buClr>
                <a:schemeClr val="accent1"/>
              </a:buClr>
              <a:buNone/>
              <a:defRPr>
                <a:solidFill>
                  <a:schemeClr val="tx1">
                    <a:alpha val="90000"/>
                  </a:schemeClr>
                </a:solidFill>
              </a:defRPr>
            </a:lvl4pPr>
            <a:lvl5pPr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buClr>
                <a:schemeClr val="accent1"/>
              </a:buClr>
              <a:buNone/>
              <a:defRPr>
                <a:solidFill>
                  <a:schemeClr val="tx1">
                    <a:alpha val="9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17B64D-CAA0-EF4B-53AC-21E1B9149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alpha val="69626"/>
                  </a:schemeClr>
                </a:solidFill>
              </a:defRPr>
            </a:lvl1pPr>
          </a:lstStyle>
          <a:p>
            <a:fld id="{171F2A03-D3E6-402F-9492-2223AF69BF36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5" name="Picture 14" descr="Blue and yellow wave pattern">
            <a:extLst>
              <a:ext uri="{FF2B5EF4-FFF2-40B4-BE49-F238E27FC236}">
                <a16:creationId xmlns:a16="http://schemas.microsoft.com/office/drawing/2014/main" id="{884E72BA-1BC3-A253-860E-D6F43424785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8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  <a14:imgEffect>
                      <a14:colorTemperature colorTemp="47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3804" t="43972" r="28968" b="9609"/>
          <a:stretch>
            <a:fillRect/>
          </a:stretch>
        </p:blipFill>
        <p:spPr>
          <a:xfrm rot="5400000">
            <a:off x="5749455" y="-415455"/>
            <a:ext cx="602708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63521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3 Column - With Contai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8CE115-F226-792A-6B4B-00319C7AA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C39C20-4F18-3311-0FC2-453179DBB8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28700" y="1737360"/>
            <a:ext cx="10134600" cy="3912128"/>
          </a:xfrm>
          <a:solidFill>
            <a:schemeClr val="accent1">
              <a:lumMod val="50000"/>
              <a:alpha val="6000"/>
            </a:schemeClr>
          </a:solidFill>
        </p:spPr>
        <p:txBody>
          <a:bodyPr wrap="square" lIns="365760" tIns="182880" rIns="365760" bIns="182880">
            <a:noAutofit/>
          </a:bodyPr>
          <a:lstStyle>
            <a:lvl1pPr>
              <a:spcAft>
                <a:spcPts val="1200"/>
              </a:spcAft>
              <a:buClr>
                <a:schemeClr val="accent1"/>
              </a:buClr>
              <a:defRPr/>
            </a:lvl1pPr>
            <a:lvl2pPr>
              <a:spcAft>
                <a:spcPts val="1200"/>
              </a:spcAft>
              <a:buClr>
                <a:schemeClr val="accent1"/>
              </a:buClr>
              <a:defRPr/>
            </a:lvl2pPr>
            <a:lvl3pPr>
              <a:spcAft>
                <a:spcPts val="1200"/>
              </a:spcAft>
              <a:buClr>
                <a:schemeClr val="accent1"/>
              </a:buClr>
              <a:defRPr/>
            </a:lvl3pPr>
            <a:lvl4pPr>
              <a:spcAft>
                <a:spcPts val="1200"/>
              </a:spcAft>
              <a:buClr>
                <a:schemeClr val="accent1"/>
              </a:buClr>
              <a:defRPr/>
            </a:lvl4pPr>
            <a:lvl5pPr>
              <a:spcAft>
                <a:spcPts val="1200"/>
              </a:spcAft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FC042A-64AD-F4E1-79F0-CEBED9F10B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alpha val="69626"/>
                  </a:schemeClr>
                </a:solidFill>
              </a:defRPr>
            </a:lvl1pPr>
          </a:lstStyle>
          <a:p>
            <a:fld id="{171F2A03-D3E6-402F-9492-2223AF69BF3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F3B2B2E-6F6A-FC6B-6A91-76936948482C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1028700" y="1371600"/>
            <a:ext cx="10134600" cy="365760"/>
          </a:xfrm>
          <a:solidFill>
            <a:schemeClr val="accent1">
              <a:lumMod val="50000"/>
              <a:alpha val="16000"/>
            </a:schemeClr>
          </a:solidFill>
        </p:spPr>
        <p:txBody>
          <a:bodyPr wrap="square" lIns="182880" tIns="45720" rIns="182880" bIns="27432">
            <a:noAutofit/>
          </a:bodyPr>
          <a:lstStyle>
            <a:lvl1pPr>
              <a:buClr>
                <a:schemeClr val="accent1"/>
              </a:buClr>
              <a:buNone/>
              <a:defRPr b="1" i="0">
                <a:latin typeface="Aptos SemiBold" panose="020B0004020202020204" pitchFamily="34" charset="0"/>
              </a:defRPr>
            </a:lvl1pPr>
            <a:lvl2pPr>
              <a:buClr>
                <a:schemeClr val="accent1"/>
              </a:buClr>
              <a:buNone/>
              <a:defRPr b="1" i="0">
                <a:latin typeface="Aptos SemiBold" panose="020B0004020202020204" pitchFamily="34" charset="0"/>
              </a:defRPr>
            </a:lvl2pPr>
            <a:lvl3pPr>
              <a:buClr>
                <a:schemeClr val="accent1"/>
              </a:buClr>
              <a:buNone/>
              <a:defRPr b="1" i="0">
                <a:latin typeface="Aptos SemiBold" panose="020B0004020202020204" pitchFamily="34" charset="0"/>
              </a:defRPr>
            </a:lvl3pPr>
            <a:lvl4pPr>
              <a:buClr>
                <a:schemeClr val="accent1"/>
              </a:buClr>
              <a:buNone/>
              <a:defRPr b="1" i="0">
                <a:latin typeface="Aptos SemiBold" panose="020B0004020202020204" pitchFamily="34" charset="0"/>
              </a:defRPr>
            </a:lvl4pPr>
            <a:lvl5pPr>
              <a:buClr>
                <a:schemeClr val="accent1"/>
              </a:buClr>
              <a:buNone/>
              <a:defRPr b="1" i="0">
                <a:latin typeface="Aptos SemiBold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532887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8CE115-F226-792A-6B4B-00319C7AA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C39C20-4F18-3311-0FC2-453179DBB8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371600"/>
            <a:ext cx="5086662" cy="4384623"/>
          </a:xfrm>
        </p:spPr>
        <p:txBody>
          <a:bodyPr wrap="none" lIns="0" tIns="0" rIns="0" bIns="0">
            <a:normAutofit/>
          </a:bodyPr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0E1ECD-E01C-26BB-3920-C61C9356CF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0" y="1371600"/>
            <a:ext cx="5486400" cy="4384623"/>
          </a:xfrm>
        </p:spPr>
        <p:txBody>
          <a:bodyPr wrap="square" lIns="0" tIns="0" rIns="0" bIns="0">
            <a:normAutofit/>
          </a:bodyPr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FC042A-64AD-F4E1-79F0-CEBED9F10B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alpha val="69626"/>
                  </a:schemeClr>
                </a:solidFill>
              </a:defRPr>
            </a:lvl1pPr>
          </a:lstStyle>
          <a:p>
            <a:fld id="{171F2A03-D3E6-402F-9492-2223AF69BF3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33132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8CE115-F226-792A-6B4B-00319C7AA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C39C20-4F18-3311-0FC2-453179DBB8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737360"/>
            <a:ext cx="5086662" cy="3912128"/>
          </a:xfrm>
        </p:spPr>
        <p:txBody>
          <a:bodyPr wrap="square" lIns="0" tIns="0" rIns="0" bIns="0">
            <a:noAutofit/>
          </a:bodyPr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0E1ECD-E01C-26BB-3920-C61C9356CF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0" y="1737360"/>
            <a:ext cx="5486400" cy="3912128"/>
          </a:xfrm>
        </p:spPr>
        <p:txBody>
          <a:bodyPr wrap="square" lIns="0" tIns="0" rIns="0" bIns="0">
            <a:noAutofit/>
          </a:bodyPr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FC042A-64AD-F4E1-79F0-CEBED9F10B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alpha val="69626"/>
                  </a:schemeClr>
                </a:solidFill>
              </a:defRPr>
            </a:lvl1pPr>
          </a:lstStyle>
          <a:p>
            <a:fld id="{171F2A03-D3E6-402F-9492-2223AF69BF3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F3B2B2E-6F6A-FC6B-6A91-76936948482C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09600" y="1371600"/>
            <a:ext cx="5086662" cy="365760"/>
          </a:xfrm>
        </p:spPr>
        <p:txBody>
          <a:bodyPr wrap="none" lIns="0" tIns="0" rIns="0" bIns="0">
            <a:normAutofit/>
          </a:bodyPr>
          <a:lstStyle>
            <a:lvl1pPr>
              <a:buClr>
                <a:schemeClr val="accent1"/>
              </a:buClr>
              <a:buNone/>
              <a:defRPr b="1" i="0">
                <a:latin typeface="Aptos SemiBold" panose="020B0004020202020204" pitchFamily="34" charset="0"/>
              </a:defRPr>
            </a:lvl1pPr>
            <a:lvl2pPr>
              <a:buClr>
                <a:schemeClr val="accent1"/>
              </a:buClr>
              <a:buNone/>
              <a:defRPr b="1" i="0">
                <a:latin typeface="Aptos SemiBold" panose="020B0004020202020204" pitchFamily="34" charset="0"/>
              </a:defRPr>
            </a:lvl2pPr>
            <a:lvl3pPr>
              <a:buClr>
                <a:schemeClr val="accent1"/>
              </a:buClr>
              <a:buNone/>
              <a:defRPr b="1" i="0">
                <a:latin typeface="Aptos SemiBold" panose="020B0004020202020204" pitchFamily="34" charset="0"/>
              </a:defRPr>
            </a:lvl3pPr>
            <a:lvl4pPr>
              <a:buClr>
                <a:schemeClr val="accent1"/>
              </a:buClr>
              <a:buNone/>
              <a:defRPr b="1" i="0">
                <a:latin typeface="Aptos SemiBold" panose="020B0004020202020204" pitchFamily="34" charset="0"/>
              </a:defRPr>
            </a:lvl4pPr>
            <a:lvl5pPr>
              <a:buClr>
                <a:schemeClr val="accent1"/>
              </a:buClr>
              <a:buNone/>
              <a:defRPr b="1" i="0">
                <a:latin typeface="Aptos SemiBold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03D5060F-FF1F-4694-60A9-1F45CBBE345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096000" y="1371600"/>
            <a:ext cx="5486400" cy="365760"/>
          </a:xfrm>
        </p:spPr>
        <p:txBody>
          <a:bodyPr wrap="square" lIns="0" tIns="0" rIns="0" bIns="0">
            <a:normAutofit/>
          </a:bodyPr>
          <a:lstStyle>
            <a:lvl1pPr>
              <a:buClr>
                <a:schemeClr val="accent1"/>
              </a:buClr>
              <a:buNone/>
              <a:defRPr b="1" i="0">
                <a:latin typeface="Aptos SemiBold" panose="020B0004020202020204" pitchFamily="34" charset="0"/>
              </a:defRPr>
            </a:lvl1pPr>
            <a:lvl2pPr>
              <a:buClr>
                <a:schemeClr val="accent1"/>
              </a:buClr>
              <a:defRPr b="1" i="0">
                <a:latin typeface="Aptos SemiBold" panose="020B0004020202020204" pitchFamily="34" charset="0"/>
              </a:defRPr>
            </a:lvl2pPr>
            <a:lvl3pPr>
              <a:buClr>
                <a:schemeClr val="accent1"/>
              </a:buClr>
              <a:defRPr b="1" i="0">
                <a:latin typeface="Aptos SemiBold" panose="020B0004020202020204" pitchFamily="34" charset="0"/>
              </a:defRPr>
            </a:lvl3pPr>
            <a:lvl4pPr>
              <a:buClr>
                <a:schemeClr val="accent1"/>
              </a:buClr>
              <a:defRPr b="1" i="0">
                <a:latin typeface="Aptos SemiBold" panose="020B0004020202020204" pitchFamily="34" charset="0"/>
              </a:defRPr>
            </a:lvl4pPr>
            <a:lvl5pPr>
              <a:buClr>
                <a:schemeClr val="accent1"/>
              </a:buClr>
              <a:defRPr b="1" i="0">
                <a:latin typeface="Aptos SemiBold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166467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8CE115-F226-792A-6B4B-00319C7AA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C39C20-4F18-3311-0FC2-453179DBB8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737360"/>
            <a:ext cx="5086662" cy="3912128"/>
          </a:xfrm>
          <a:solidFill>
            <a:schemeClr val="accent1">
              <a:lumMod val="50000"/>
              <a:alpha val="6000"/>
            </a:schemeClr>
          </a:solidFill>
        </p:spPr>
        <p:txBody>
          <a:bodyPr wrap="none" lIns="182880" tIns="182880" rIns="182880" bIns="182880">
            <a:noAutofit/>
          </a:bodyPr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0E1ECD-E01C-26BB-3920-C61C9356CF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0" y="1737360"/>
            <a:ext cx="5486400" cy="3912128"/>
          </a:xfrm>
          <a:solidFill>
            <a:schemeClr val="accent1">
              <a:lumMod val="50000"/>
              <a:alpha val="6000"/>
            </a:schemeClr>
          </a:solidFill>
        </p:spPr>
        <p:txBody>
          <a:bodyPr wrap="square" lIns="182880" tIns="182880" rIns="182880" bIns="182880">
            <a:noAutofit/>
          </a:bodyPr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FC042A-64AD-F4E1-79F0-CEBED9F10B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F2A03-D3E6-402F-9492-2223AF69BF36}" type="slidenum">
              <a:rPr lang="en-US" smtClean="0"/>
              <a:t>‹#›</a:t>
            </a:fld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F3B2B2E-6F6A-FC6B-6A91-76936948482C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09600" y="1371600"/>
            <a:ext cx="5086662" cy="365760"/>
          </a:xfrm>
          <a:solidFill>
            <a:schemeClr val="accent1">
              <a:lumMod val="50000"/>
              <a:alpha val="16000"/>
            </a:schemeClr>
          </a:solidFill>
        </p:spPr>
        <p:txBody>
          <a:bodyPr wrap="none" lIns="182880" tIns="45720" rIns="0" bIns="27432">
            <a:normAutofit/>
          </a:bodyPr>
          <a:lstStyle>
            <a:lvl1pPr>
              <a:buClr>
                <a:schemeClr val="accent1"/>
              </a:buClr>
              <a:buNone/>
              <a:defRPr b="1" i="0">
                <a:latin typeface="Aptos SemiBold" panose="020B0004020202020204" pitchFamily="34" charset="0"/>
              </a:defRPr>
            </a:lvl1pPr>
            <a:lvl2pPr>
              <a:buClr>
                <a:schemeClr val="accent1"/>
              </a:buClr>
              <a:buNone/>
              <a:defRPr b="1" i="0">
                <a:latin typeface="Aptos SemiBold" panose="020B0004020202020204" pitchFamily="34" charset="0"/>
              </a:defRPr>
            </a:lvl2pPr>
            <a:lvl3pPr>
              <a:buClr>
                <a:schemeClr val="accent1"/>
              </a:buClr>
              <a:buNone/>
              <a:defRPr b="1" i="0">
                <a:latin typeface="Aptos SemiBold" panose="020B0004020202020204" pitchFamily="34" charset="0"/>
              </a:defRPr>
            </a:lvl3pPr>
            <a:lvl4pPr>
              <a:buClr>
                <a:schemeClr val="accent1"/>
              </a:buClr>
              <a:buNone/>
              <a:defRPr b="1" i="0">
                <a:latin typeface="Aptos SemiBold" panose="020B0004020202020204" pitchFamily="34" charset="0"/>
              </a:defRPr>
            </a:lvl4pPr>
            <a:lvl5pPr>
              <a:buClr>
                <a:schemeClr val="accent1"/>
              </a:buClr>
              <a:buNone/>
              <a:defRPr b="1" i="0">
                <a:latin typeface="Aptos SemiBold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03D5060F-FF1F-4694-60A9-1F45CBBE345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096000" y="1371600"/>
            <a:ext cx="5486400" cy="365760"/>
          </a:xfrm>
          <a:solidFill>
            <a:schemeClr val="accent1">
              <a:lumMod val="50000"/>
              <a:alpha val="16000"/>
            </a:schemeClr>
          </a:solidFill>
        </p:spPr>
        <p:txBody>
          <a:bodyPr wrap="square" lIns="182880" tIns="45720" rIns="0" bIns="27432">
            <a:normAutofit/>
          </a:bodyPr>
          <a:lstStyle>
            <a:lvl1pPr>
              <a:buClr>
                <a:schemeClr val="accent1"/>
              </a:buClr>
              <a:buNone/>
              <a:defRPr b="1" i="0">
                <a:latin typeface="Aptos SemiBold" panose="020B0004020202020204" pitchFamily="34" charset="0"/>
              </a:defRPr>
            </a:lvl1pPr>
            <a:lvl2pPr>
              <a:buClr>
                <a:schemeClr val="accent1"/>
              </a:buClr>
              <a:defRPr b="1" i="0">
                <a:latin typeface="Aptos SemiBold" panose="020B0004020202020204" pitchFamily="34" charset="0"/>
              </a:defRPr>
            </a:lvl2pPr>
            <a:lvl3pPr>
              <a:buClr>
                <a:schemeClr val="accent1"/>
              </a:buClr>
              <a:defRPr b="1" i="0">
                <a:latin typeface="Aptos SemiBold" panose="020B0004020202020204" pitchFamily="34" charset="0"/>
              </a:defRPr>
            </a:lvl3pPr>
            <a:lvl4pPr>
              <a:buClr>
                <a:schemeClr val="accent1"/>
              </a:buClr>
              <a:defRPr b="1" i="0">
                <a:latin typeface="Aptos SemiBold" panose="020B0004020202020204" pitchFamily="34" charset="0"/>
              </a:defRPr>
            </a:lvl4pPr>
            <a:lvl5pPr>
              <a:buClr>
                <a:schemeClr val="accent1"/>
              </a:buClr>
              <a:defRPr b="1" i="0">
                <a:latin typeface="Aptos SemiBold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34209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33059-7D59-5037-D132-BA8FE2873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EBC7B2-5561-80B4-1D42-282929546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F2A03-D3E6-402F-9492-2223AF69BF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37267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AB4C7C-6BDC-381E-8DA6-B5A2C6431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F2A03-D3E6-402F-9492-2223AF69BF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05031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AA0C13-5B49-0E50-DA48-B5CEAF950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71500"/>
            <a:ext cx="5486400" cy="800100"/>
          </a:xfrm>
        </p:spPr>
        <p:txBody>
          <a:bodyPr anchor="t">
            <a:no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A05303-59B5-481B-D056-8CF5A41CD4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0" y="1371600"/>
            <a:ext cx="5486400" cy="4302176"/>
          </a:xfrm>
        </p:spPr>
        <p:txBody>
          <a:bodyPr lIns="0" tIns="0" rIns="0" bIns="0">
            <a:noAutofit/>
          </a:bodyPr>
          <a:lstStyle>
            <a:lvl1pPr marL="228600" indent="-228600">
              <a:buClr>
                <a:schemeClr val="accent1"/>
              </a:buClr>
              <a:buFont typeface="Arial" panose="020B0604020202020204" pitchFamily="34" charset="0"/>
              <a:buChar char="•"/>
              <a:defRPr sz="1400" b="0" i="0">
                <a:latin typeface="Aptos Light" panose="020B00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C8F031-71E2-FD1D-FB06-05CF5AD5C8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F2A03-D3E6-402F-9492-2223AF69BF36}" type="slidenum">
              <a:rPr lang="en-US" smtClean="0"/>
              <a:t>‹#›</a:t>
            </a:fld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ECCEAFB9-0D37-2110-395F-F745FB597D23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6663128" y="-1"/>
            <a:ext cx="4919272" cy="5673777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93451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AA0C13-5B49-0E50-DA48-B5CEAF950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571500"/>
            <a:ext cx="5486400" cy="800100"/>
          </a:xfrm>
        </p:spPr>
        <p:txBody>
          <a:bodyPr anchor="t">
            <a:no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A05303-59B5-481B-D056-8CF5A41CD4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00" y="1371600"/>
            <a:ext cx="5486400" cy="4302176"/>
          </a:xfrm>
        </p:spPr>
        <p:txBody>
          <a:bodyPr lIns="0" tIns="0" rIns="0" bIns="0">
            <a:noAutofit/>
          </a:bodyPr>
          <a:lstStyle>
            <a:lvl1pPr marL="228600" indent="-228600">
              <a:buClr>
                <a:schemeClr val="accent1"/>
              </a:buClr>
              <a:buFont typeface="Arial" panose="020B0604020202020204" pitchFamily="34" charset="0"/>
              <a:buChar char="•"/>
              <a:defRPr sz="1400" b="0" i="0">
                <a:latin typeface="Aptos Light" panose="020B00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C8F031-71E2-FD1D-FB06-05CF5AD5C8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F2A03-D3E6-402F-9492-2223AF69BF36}" type="slidenum">
              <a:rPr lang="en-US" smtClean="0"/>
              <a:t>‹#›</a:t>
            </a:fld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ECCEAFB9-0D37-2110-395F-F745FB597D23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609600" y="-1"/>
            <a:ext cx="4919272" cy="5673777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32650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ECCEAFB9-0D37-2110-395F-F745FB597D2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" y="-1"/>
            <a:ext cx="10972800" cy="3017520"/>
          </a:xfrm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AA0C13-5B49-0E50-DA48-B5CEAF950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440432"/>
            <a:ext cx="10972800" cy="400050"/>
          </a:xfrm>
        </p:spPr>
        <p:txBody>
          <a:bodyPr anchor="t">
            <a:no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A05303-59B5-481B-D056-8CF5A41CD4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0" y="4003766"/>
            <a:ext cx="10972800" cy="1825172"/>
          </a:xfrm>
        </p:spPr>
        <p:txBody>
          <a:bodyPr lIns="0" tIns="0" rIns="0" bIns="0">
            <a:noAutofit/>
          </a:bodyPr>
          <a:lstStyle>
            <a:lvl1pPr marL="228600" indent="-228600">
              <a:buClr>
                <a:schemeClr val="accent1"/>
              </a:buClr>
              <a:buFont typeface="Arial" panose="020B0604020202020204" pitchFamily="34" charset="0"/>
              <a:buChar char="•"/>
              <a:defRPr sz="1400" b="0" i="0">
                <a:latin typeface="Aptos Light" panose="020B00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C8F031-71E2-FD1D-FB06-05CF5AD5C8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F2A03-D3E6-402F-9492-2223AF69BF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572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ECCEAFB9-0D37-2110-395F-F745FB597D2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3429000"/>
            <a:ext cx="12192000" cy="3429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B1863DD-DB71-BB4D-D32E-58D63FE76A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9760" y="571500"/>
            <a:ext cx="10952480" cy="800100"/>
          </a:xfrm>
        </p:spPr>
        <p:txBody>
          <a:bodyPr anchor="t">
            <a:no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74DBA976-AC94-F720-2D5A-8C4C1ED86D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9760" y="1371600"/>
            <a:ext cx="10962640" cy="1737360"/>
          </a:xfrm>
        </p:spPr>
        <p:txBody>
          <a:bodyPr lIns="0" tIns="0" rIns="0" bIns="0" numCol="2" spcCol="457200">
            <a:noAutofit/>
          </a:bodyPr>
          <a:lstStyle>
            <a:lvl1pPr marL="228600" indent="-228600">
              <a:buClr>
                <a:schemeClr val="accent1"/>
              </a:buClr>
              <a:buFont typeface="Arial" panose="020B0604020202020204" pitchFamily="34" charset="0"/>
              <a:buChar char="•"/>
              <a:defRPr sz="1400" b="0" i="0">
                <a:latin typeface="Aptos Light" panose="020B00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E7BFB4-6E23-06AA-6AD2-AA31BAB896E9}"/>
              </a:ext>
            </a:extLst>
          </p:cNvPr>
          <p:cNvSpPr txBox="1">
            <a:spLocks/>
          </p:cNvSpPr>
          <p:nvPr userDrawn="1"/>
        </p:nvSpPr>
        <p:spPr>
          <a:xfrm>
            <a:off x="8991600" y="6228718"/>
            <a:ext cx="2590800" cy="365125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alpha val="69626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71F2A03-D3E6-402F-9492-2223AF69BF3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71151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 - No Contain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8CE115-F226-792A-6B4B-00319C7AA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C39C20-4F18-3311-0FC2-453179DBB8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737360"/>
            <a:ext cx="3474720" cy="3912128"/>
          </a:xfrm>
        </p:spPr>
        <p:txBody>
          <a:bodyPr wrap="square" lIns="0" tIns="0" rIns="0" bIns="0">
            <a:noAutofit/>
          </a:bodyPr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FC042A-64AD-F4E1-79F0-CEBED9F10B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F2A03-D3E6-402F-9492-2223AF69BF36}" type="slidenum">
              <a:rPr lang="en-US" smtClean="0"/>
              <a:t>‹#›</a:t>
            </a:fld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F3B2B2E-6F6A-FC6B-6A91-76936948482C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09600" y="1371600"/>
            <a:ext cx="3474720" cy="365760"/>
          </a:xfrm>
        </p:spPr>
        <p:txBody>
          <a:bodyPr wrap="square" lIns="0" tIns="0" rIns="0" bIns="0">
            <a:noAutofit/>
          </a:bodyPr>
          <a:lstStyle>
            <a:lvl1pPr>
              <a:buClr>
                <a:schemeClr val="accent1"/>
              </a:buClr>
              <a:buNone/>
              <a:defRPr b="1" i="0">
                <a:latin typeface="Aptos SemiBold" panose="020B0004020202020204" pitchFamily="34" charset="0"/>
              </a:defRPr>
            </a:lvl1pPr>
            <a:lvl2pPr>
              <a:buClr>
                <a:schemeClr val="accent1"/>
              </a:buClr>
              <a:buNone/>
              <a:defRPr b="1" i="0">
                <a:latin typeface="Aptos SemiBold" panose="020B0004020202020204" pitchFamily="34" charset="0"/>
              </a:defRPr>
            </a:lvl2pPr>
            <a:lvl3pPr>
              <a:buClr>
                <a:schemeClr val="accent1"/>
              </a:buClr>
              <a:buNone/>
              <a:defRPr b="1" i="0">
                <a:latin typeface="Aptos SemiBold" panose="020B0004020202020204" pitchFamily="34" charset="0"/>
              </a:defRPr>
            </a:lvl3pPr>
            <a:lvl4pPr>
              <a:buClr>
                <a:schemeClr val="accent1"/>
              </a:buClr>
              <a:buNone/>
              <a:defRPr b="1" i="0">
                <a:latin typeface="Aptos SemiBold" panose="020B0004020202020204" pitchFamily="34" charset="0"/>
              </a:defRPr>
            </a:lvl4pPr>
            <a:lvl5pPr>
              <a:buClr>
                <a:schemeClr val="accent1"/>
              </a:buClr>
              <a:buNone/>
              <a:defRPr b="1" i="0">
                <a:latin typeface="Aptos SemiBold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6CF968C-1ACF-887D-70BA-CCBF71F6D2C3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4358640" y="1737360"/>
            <a:ext cx="3474720" cy="3912128"/>
          </a:xfrm>
        </p:spPr>
        <p:txBody>
          <a:bodyPr wrap="square" lIns="0" tIns="0" rIns="0" bIns="0">
            <a:noAutofit/>
          </a:bodyPr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F678A9D0-EA42-41B8-E376-8E13CF63B57C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4358640" y="1371600"/>
            <a:ext cx="3474720" cy="365760"/>
          </a:xfrm>
        </p:spPr>
        <p:txBody>
          <a:bodyPr wrap="square" lIns="0" tIns="0" rIns="0" bIns="0">
            <a:noAutofit/>
          </a:bodyPr>
          <a:lstStyle>
            <a:lvl1pPr>
              <a:buClr>
                <a:schemeClr val="accent1"/>
              </a:buClr>
              <a:buNone/>
              <a:defRPr b="1" i="0">
                <a:latin typeface="Aptos SemiBold" panose="020B0004020202020204" pitchFamily="34" charset="0"/>
              </a:defRPr>
            </a:lvl1pPr>
            <a:lvl2pPr>
              <a:buClr>
                <a:schemeClr val="accent1"/>
              </a:buClr>
              <a:buNone/>
              <a:defRPr b="1" i="0">
                <a:latin typeface="Aptos SemiBold" panose="020B0004020202020204" pitchFamily="34" charset="0"/>
              </a:defRPr>
            </a:lvl2pPr>
            <a:lvl3pPr>
              <a:buClr>
                <a:schemeClr val="accent1"/>
              </a:buClr>
              <a:buNone/>
              <a:defRPr b="1" i="0">
                <a:latin typeface="Aptos SemiBold" panose="020B0004020202020204" pitchFamily="34" charset="0"/>
              </a:defRPr>
            </a:lvl3pPr>
            <a:lvl4pPr>
              <a:buClr>
                <a:schemeClr val="accent1"/>
              </a:buClr>
              <a:buNone/>
              <a:defRPr b="1" i="0">
                <a:latin typeface="Aptos SemiBold" panose="020B0004020202020204" pitchFamily="34" charset="0"/>
              </a:defRPr>
            </a:lvl4pPr>
            <a:lvl5pPr>
              <a:buClr>
                <a:schemeClr val="accent1"/>
              </a:buClr>
              <a:buNone/>
              <a:defRPr b="1" i="0">
                <a:latin typeface="Aptos SemiBold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1093761-449B-7D91-DF79-354B480705CC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8107680" y="1752350"/>
            <a:ext cx="3474720" cy="3912128"/>
          </a:xfrm>
        </p:spPr>
        <p:txBody>
          <a:bodyPr wrap="square" lIns="0" tIns="0" rIns="0" bIns="0">
            <a:noAutofit/>
          </a:bodyPr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B50EC7AE-8900-E532-8547-A4406955860C}"/>
              </a:ext>
            </a:extLst>
          </p:cNvPr>
          <p:cNvSpPr>
            <a:spLocks noGrp="1"/>
          </p:cNvSpPr>
          <p:nvPr>
            <p:ph sz="half" idx="18"/>
          </p:nvPr>
        </p:nvSpPr>
        <p:spPr>
          <a:xfrm>
            <a:off x="8107680" y="1386590"/>
            <a:ext cx="3474720" cy="365760"/>
          </a:xfrm>
        </p:spPr>
        <p:txBody>
          <a:bodyPr wrap="square" lIns="0" tIns="0" rIns="0" bIns="0">
            <a:noAutofit/>
          </a:bodyPr>
          <a:lstStyle>
            <a:lvl1pPr>
              <a:buClr>
                <a:schemeClr val="accent1"/>
              </a:buClr>
              <a:buNone/>
              <a:defRPr b="1" i="0">
                <a:latin typeface="Aptos SemiBold" panose="020B0004020202020204" pitchFamily="34" charset="0"/>
              </a:defRPr>
            </a:lvl1pPr>
            <a:lvl2pPr>
              <a:buClr>
                <a:schemeClr val="accent1"/>
              </a:buClr>
              <a:buNone/>
              <a:defRPr b="1" i="0">
                <a:latin typeface="Aptos SemiBold" panose="020B0004020202020204" pitchFamily="34" charset="0"/>
              </a:defRPr>
            </a:lvl2pPr>
            <a:lvl3pPr>
              <a:buClr>
                <a:schemeClr val="accent1"/>
              </a:buClr>
              <a:buNone/>
              <a:defRPr b="1" i="0">
                <a:latin typeface="Aptos SemiBold" panose="020B0004020202020204" pitchFamily="34" charset="0"/>
              </a:defRPr>
            </a:lvl3pPr>
            <a:lvl4pPr>
              <a:buClr>
                <a:schemeClr val="accent1"/>
              </a:buClr>
              <a:buNone/>
              <a:defRPr b="1" i="0">
                <a:latin typeface="Aptos SemiBold" panose="020B0004020202020204" pitchFamily="34" charset="0"/>
              </a:defRPr>
            </a:lvl4pPr>
            <a:lvl5pPr>
              <a:buClr>
                <a:schemeClr val="accent1"/>
              </a:buClr>
              <a:buNone/>
              <a:defRPr b="1" i="0">
                <a:latin typeface="Aptos SemiBold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1449443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 - With Contai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8CE115-F226-792A-6B4B-00319C7AA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C39C20-4F18-3311-0FC2-453179DBB8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737360"/>
            <a:ext cx="3474720" cy="3912128"/>
          </a:xfrm>
          <a:solidFill>
            <a:schemeClr val="accent1">
              <a:lumMod val="50000"/>
              <a:alpha val="6000"/>
            </a:schemeClr>
          </a:solidFill>
        </p:spPr>
        <p:txBody>
          <a:bodyPr wrap="square" lIns="182880" tIns="182880" rIns="182880" bIns="182880">
            <a:noAutofit/>
          </a:bodyPr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FC042A-64AD-F4E1-79F0-CEBED9F10B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F2A03-D3E6-402F-9492-2223AF69BF36}" type="slidenum">
              <a:rPr lang="en-US" smtClean="0"/>
              <a:t>‹#›</a:t>
            </a:fld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F3B2B2E-6F6A-FC6B-6A91-76936948482C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09600" y="1371600"/>
            <a:ext cx="3474720" cy="365760"/>
          </a:xfrm>
          <a:solidFill>
            <a:schemeClr val="accent1">
              <a:lumMod val="50000"/>
              <a:alpha val="16000"/>
            </a:schemeClr>
          </a:solidFill>
        </p:spPr>
        <p:txBody>
          <a:bodyPr wrap="square" lIns="182880" tIns="45720" rIns="182880" bIns="27432">
            <a:noAutofit/>
          </a:bodyPr>
          <a:lstStyle>
            <a:lvl1pPr>
              <a:buClr>
                <a:schemeClr val="accent1"/>
              </a:buClr>
              <a:buNone/>
              <a:defRPr b="1" i="0">
                <a:latin typeface="Aptos SemiBold" panose="020B0004020202020204" pitchFamily="34" charset="0"/>
              </a:defRPr>
            </a:lvl1pPr>
            <a:lvl2pPr>
              <a:buClr>
                <a:schemeClr val="accent1"/>
              </a:buClr>
              <a:buNone/>
              <a:defRPr b="1" i="0">
                <a:latin typeface="Aptos SemiBold" panose="020B0004020202020204" pitchFamily="34" charset="0"/>
              </a:defRPr>
            </a:lvl2pPr>
            <a:lvl3pPr>
              <a:buClr>
                <a:schemeClr val="accent1"/>
              </a:buClr>
              <a:buNone/>
              <a:defRPr b="1" i="0">
                <a:latin typeface="Aptos SemiBold" panose="020B0004020202020204" pitchFamily="34" charset="0"/>
              </a:defRPr>
            </a:lvl3pPr>
            <a:lvl4pPr>
              <a:buClr>
                <a:schemeClr val="accent1"/>
              </a:buClr>
              <a:buNone/>
              <a:defRPr b="1" i="0">
                <a:latin typeface="Aptos SemiBold" panose="020B0004020202020204" pitchFamily="34" charset="0"/>
              </a:defRPr>
            </a:lvl4pPr>
            <a:lvl5pPr>
              <a:buClr>
                <a:schemeClr val="accent1"/>
              </a:buClr>
              <a:buNone/>
              <a:defRPr b="1" i="0">
                <a:latin typeface="Aptos SemiBold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6CF968C-1ACF-887D-70BA-CCBF71F6D2C3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4358640" y="1737360"/>
            <a:ext cx="3474720" cy="3912128"/>
          </a:xfrm>
          <a:solidFill>
            <a:schemeClr val="accent1">
              <a:lumMod val="50000"/>
              <a:alpha val="6000"/>
            </a:schemeClr>
          </a:solidFill>
        </p:spPr>
        <p:txBody>
          <a:bodyPr wrap="square" lIns="182880" tIns="182880" rIns="182880" bIns="182880">
            <a:noAutofit/>
          </a:bodyPr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F678A9D0-EA42-41B8-E376-8E13CF63B57C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4358640" y="1371600"/>
            <a:ext cx="3474720" cy="365760"/>
          </a:xfrm>
          <a:solidFill>
            <a:schemeClr val="accent1">
              <a:lumMod val="50000"/>
              <a:alpha val="16000"/>
            </a:schemeClr>
          </a:solidFill>
        </p:spPr>
        <p:txBody>
          <a:bodyPr wrap="square" lIns="182880" tIns="45720" rIns="182880" bIns="27432">
            <a:noAutofit/>
          </a:bodyPr>
          <a:lstStyle>
            <a:lvl1pPr>
              <a:buClr>
                <a:schemeClr val="accent1"/>
              </a:buClr>
              <a:buNone/>
              <a:defRPr b="1" i="0">
                <a:latin typeface="Aptos SemiBold" panose="020B0004020202020204" pitchFamily="34" charset="0"/>
              </a:defRPr>
            </a:lvl1pPr>
            <a:lvl2pPr>
              <a:buClr>
                <a:schemeClr val="accent1"/>
              </a:buClr>
              <a:buNone/>
              <a:defRPr b="1" i="0">
                <a:latin typeface="Aptos SemiBold" panose="020B0004020202020204" pitchFamily="34" charset="0"/>
              </a:defRPr>
            </a:lvl2pPr>
            <a:lvl3pPr>
              <a:buClr>
                <a:schemeClr val="accent1"/>
              </a:buClr>
              <a:buNone/>
              <a:defRPr b="1" i="0">
                <a:latin typeface="Aptos SemiBold" panose="020B0004020202020204" pitchFamily="34" charset="0"/>
              </a:defRPr>
            </a:lvl3pPr>
            <a:lvl4pPr>
              <a:buClr>
                <a:schemeClr val="accent1"/>
              </a:buClr>
              <a:buNone/>
              <a:defRPr b="1" i="0">
                <a:latin typeface="Aptos SemiBold" panose="020B0004020202020204" pitchFamily="34" charset="0"/>
              </a:defRPr>
            </a:lvl4pPr>
            <a:lvl5pPr>
              <a:buClr>
                <a:schemeClr val="accent1"/>
              </a:buClr>
              <a:buNone/>
              <a:defRPr b="1" i="0">
                <a:latin typeface="Aptos SemiBold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1093761-449B-7D91-DF79-354B480705CC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8107680" y="1752350"/>
            <a:ext cx="3474720" cy="3912128"/>
          </a:xfrm>
          <a:solidFill>
            <a:schemeClr val="accent1">
              <a:lumMod val="50000"/>
              <a:alpha val="6000"/>
            </a:schemeClr>
          </a:solidFill>
        </p:spPr>
        <p:txBody>
          <a:bodyPr wrap="square" lIns="182880" tIns="182880" rIns="182880" bIns="182880">
            <a:noAutofit/>
          </a:bodyPr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B50EC7AE-8900-E532-8547-A4406955860C}"/>
              </a:ext>
            </a:extLst>
          </p:cNvPr>
          <p:cNvSpPr>
            <a:spLocks noGrp="1"/>
          </p:cNvSpPr>
          <p:nvPr>
            <p:ph sz="half" idx="18"/>
          </p:nvPr>
        </p:nvSpPr>
        <p:spPr>
          <a:xfrm>
            <a:off x="8107680" y="1386590"/>
            <a:ext cx="3474720" cy="365760"/>
          </a:xfrm>
          <a:solidFill>
            <a:schemeClr val="accent1">
              <a:lumMod val="50000"/>
              <a:alpha val="16000"/>
            </a:schemeClr>
          </a:solidFill>
        </p:spPr>
        <p:txBody>
          <a:bodyPr wrap="square" lIns="182880" tIns="45720" rIns="182880" bIns="27432">
            <a:noAutofit/>
          </a:bodyPr>
          <a:lstStyle>
            <a:lvl1pPr>
              <a:buClr>
                <a:schemeClr val="accent1"/>
              </a:buClr>
              <a:buNone/>
              <a:defRPr b="1" i="0">
                <a:latin typeface="Aptos SemiBold" panose="020B0004020202020204" pitchFamily="34" charset="0"/>
              </a:defRPr>
            </a:lvl1pPr>
            <a:lvl2pPr>
              <a:buClr>
                <a:schemeClr val="accent1"/>
              </a:buClr>
              <a:buNone/>
              <a:defRPr b="1" i="0">
                <a:latin typeface="Aptos SemiBold" panose="020B0004020202020204" pitchFamily="34" charset="0"/>
              </a:defRPr>
            </a:lvl2pPr>
            <a:lvl3pPr>
              <a:buClr>
                <a:schemeClr val="accent1"/>
              </a:buClr>
              <a:buNone/>
              <a:defRPr b="1" i="0">
                <a:latin typeface="Aptos SemiBold" panose="020B0004020202020204" pitchFamily="34" charset="0"/>
              </a:defRPr>
            </a:lvl3pPr>
            <a:lvl4pPr>
              <a:buClr>
                <a:schemeClr val="accent1"/>
              </a:buClr>
              <a:buNone/>
              <a:defRPr b="1" i="0">
                <a:latin typeface="Aptos SemiBold" panose="020B0004020202020204" pitchFamily="34" charset="0"/>
              </a:defRPr>
            </a:lvl4pPr>
            <a:lvl5pPr>
              <a:buClr>
                <a:schemeClr val="accent1"/>
              </a:buClr>
              <a:buNone/>
              <a:defRPr b="1" i="0">
                <a:latin typeface="Aptos SemiBold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197428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bg>
      <p:bgPr>
        <a:gradFill flip="none" rotWithShape="1">
          <a:gsLst>
            <a:gs pos="0">
              <a:schemeClr val="accent3">
                <a:lumMod val="20000"/>
                <a:lumOff val="80000"/>
                <a:alpha val="70000"/>
              </a:schemeClr>
            </a:gs>
            <a:gs pos="100000">
              <a:schemeClr val="accent1">
                <a:lumMod val="20000"/>
                <a:lumOff val="80000"/>
                <a:alpha val="70399"/>
              </a:schemeClr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DAC162A-9D3B-414E-7792-4C0EF5DDEEA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100000"/>
                    </a14:imgEffect>
                    <a14:imgEffect>
                      <a14:saturation sat="80000"/>
                    </a14:imgEffect>
                    <a14:imgEffect>
                      <a14:brightnessContrast bright="1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8563" t="-5172" r="3798" b="61737"/>
          <a:stretch>
            <a:fillRect/>
          </a:stretch>
        </p:blipFill>
        <p:spPr>
          <a:xfrm>
            <a:off x="3532052" y="2965457"/>
            <a:ext cx="8659948" cy="3892544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0A6C4784-D5CA-0123-DD73-09057C31F33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5823" y="2450892"/>
            <a:ext cx="1427207" cy="193553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6A19D86-AE85-FD83-FF1D-699F1152ED0B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alphaModFix amt="20000"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-40000"/>
                    </a14:imgEffect>
                    <a14:imgEffect>
                      <a14:saturation sat="0"/>
                    </a14:imgEffect>
                    <a14:imgEffect>
                      <a14:brightnessContrast bright="3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277" t="-1" r="8218" b="63388"/>
          <a:stretch>
            <a:fillRect/>
          </a:stretch>
        </p:blipFill>
        <p:spPr>
          <a:xfrm>
            <a:off x="1423280" y="3155038"/>
            <a:ext cx="10768720" cy="3702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497597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bg>
      <p:bgPr>
        <a:gradFill flip="none" rotWithShape="1">
          <a:gsLst>
            <a:gs pos="0">
              <a:schemeClr val="accent3">
                <a:lumMod val="20000"/>
                <a:lumOff val="80000"/>
                <a:alpha val="70000"/>
              </a:schemeClr>
            </a:gs>
            <a:gs pos="100000">
              <a:schemeClr val="accent1">
                <a:lumMod val="20000"/>
                <a:lumOff val="80000"/>
                <a:alpha val="70399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Blue and yellow wave pattern">
            <a:extLst>
              <a:ext uri="{FF2B5EF4-FFF2-40B4-BE49-F238E27FC236}">
                <a16:creationId xmlns:a16="http://schemas.microsoft.com/office/drawing/2014/main" id="{22A01C50-DA42-8EA6-A2B8-245A123A959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8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  <a14:imgEffect>
                      <a14:colorTemperature colorTemp="47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8505" t="50570" r="14728" b="1001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28" name="Group 27">
            <a:extLst>
              <a:ext uri="{FF2B5EF4-FFF2-40B4-BE49-F238E27FC236}">
                <a16:creationId xmlns:a16="http://schemas.microsoft.com/office/drawing/2014/main" id="{F1D59DE6-B60A-22EA-3D3F-30BF0E150896}"/>
              </a:ext>
            </a:extLst>
          </p:cNvPr>
          <p:cNvGrpSpPr/>
          <p:nvPr userDrawn="1"/>
        </p:nvGrpSpPr>
        <p:grpSpPr>
          <a:xfrm>
            <a:off x="3677214" y="2651763"/>
            <a:ext cx="4232455" cy="1554474"/>
            <a:chOff x="4874568" y="4596487"/>
            <a:chExt cx="2171918" cy="797690"/>
          </a:xfrm>
          <a:effectLst/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0A6C4784-D5CA-0123-DD73-09057C31F33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58290" y="4596487"/>
              <a:ext cx="588196" cy="797690"/>
            </a:xfrm>
            <a:prstGeom prst="rect">
              <a:avLst/>
            </a:prstGeom>
          </p:spPr>
        </p:pic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D8E32915-8F94-5F39-5B2F-EB38CF22BF0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874568" y="4637518"/>
              <a:ext cx="925258" cy="715629"/>
            </a:xfrm>
            <a:prstGeom prst="rect">
              <a:avLst/>
            </a:prstGeom>
          </p:spPr>
        </p:pic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69CB108F-DD80-7D6C-D9DA-2F62E499D92D}"/>
                </a:ext>
              </a:extLst>
            </p:cNvPr>
            <p:cNvCxnSpPr/>
            <p:nvPr userDrawn="1"/>
          </p:nvCxnSpPr>
          <p:spPr>
            <a:xfrm>
              <a:off x="6115593" y="4637517"/>
              <a:ext cx="0" cy="715629"/>
            </a:xfrm>
            <a:prstGeom prst="line">
              <a:avLst/>
            </a:prstGeom>
            <a:ln>
              <a:solidFill>
                <a:schemeClr val="tx1">
                  <a:lumMod val="90000"/>
                  <a:lumOff val="10000"/>
                  <a:alpha val="2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2152729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gradFill flip="none" rotWithShape="1">
          <a:gsLst>
            <a:gs pos="0">
              <a:schemeClr val="accent3">
                <a:lumMod val="20000"/>
                <a:lumOff val="80000"/>
                <a:alpha val="70000"/>
              </a:schemeClr>
            </a:gs>
            <a:gs pos="100000">
              <a:schemeClr val="accent1">
                <a:lumMod val="20000"/>
                <a:lumOff val="80000"/>
                <a:alpha val="70399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Blue and yellow wave pattern">
            <a:extLst>
              <a:ext uri="{FF2B5EF4-FFF2-40B4-BE49-F238E27FC236}">
                <a16:creationId xmlns:a16="http://schemas.microsoft.com/office/drawing/2014/main" id="{22A01C50-DA42-8EA6-A2B8-245A123A959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8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  <a14:imgEffect>
                      <a14:colorTemperature colorTemp="47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8505" t="50570" r="14728" b="1001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CDE93984-12E5-A0DD-B28E-3AABC2172E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61094" y="2793389"/>
            <a:ext cx="4269813" cy="502904"/>
          </a:xfrm>
          <a:prstGeom prst="roundRect">
            <a:avLst/>
          </a:prstGeom>
          <a:solidFill>
            <a:schemeClr val="accent1">
              <a:lumMod val="50000"/>
              <a:alpha val="6000"/>
            </a:schemeClr>
          </a:solidFill>
          <a:effectLst/>
        </p:spPr>
        <p:txBody>
          <a:bodyPr wrap="none" lIns="91440" tIns="91440" bIns="45720" anchor="ctr" anchorCtr="0">
            <a:spAutoFit/>
          </a:bodyPr>
          <a:lstStyle>
            <a:lvl1pPr marL="0" indent="0" algn="ctr">
              <a:buNone/>
              <a:defRPr sz="2400" b="0" i="0" u="none">
                <a:solidFill>
                  <a:schemeClr val="tx1">
                    <a:alpha val="70132"/>
                  </a:schemeClr>
                </a:solidFill>
                <a:latin typeface="Aptos Display" panose="020B00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6183F7-DDEA-2EB9-E4F4-F242D5E9767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277185"/>
            <a:ext cx="9144000" cy="2387600"/>
          </a:xfrm>
        </p:spPr>
        <p:txBody>
          <a:bodyPr anchor="b">
            <a:normAutofit/>
          </a:bodyPr>
          <a:lstStyle>
            <a:lvl1pPr algn="ctr">
              <a:lnSpc>
                <a:spcPct val="80000"/>
              </a:lnSpc>
              <a:defRPr sz="6000" b="1" i="0" spc="-150">
                <a:ln w="12700" cap="rnd">
                  <a:noFill/>
                </a:ln>
                <a:gradFill flip="none" rotWithShape="1">
                  <a:gsLst>
                    <a:gs pos="0">
                      <a:schemeClr val="accent3">
                        <a:lumMod val="40000"/>
                        <a:lumOff val="60000"/>
                      </a:schemeClr>
                    </a:gs>
                    <a:gs pos="24000">
                      <a:schemeClr val="accent3"/>
                    </a:gs>
                    <a:gs pos="100000">
                      <a:schemeClr val="accent2"/>
                    </a:gs>
                  </a:gsLst>
                  <a:lin ang="2700000" scaled="1"/>
                  <a:tileRect/>
                </a:gradFill>
                <a:latin typeface="Aptos SemiBold" panose="020B00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F1D59DE6-B60A-22EA-3D3F-30BF0E150896}"/>
              </a:ext>
            </a:extLst>
          </p:cNvPr>
          <p:cNvGrpSpPr/>
          <p:nvPr userDrawn="1"/>
        </p:nvGrpSpPr>
        <p:grpSpPr>
          <a:xfrm>
            <a:off x="4874568" y="4596487"/>
            <a:ext cx="2171918" cy="797690"/>
            <a:chOff x="4874568" y="4596487"/>
            <a:chExt cx="2171918" cy="797690"/>
          </a:xfrm>
          <a:effectLst/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0A6C4784-D5CA-0123-DD73-09057C31F33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58290" y="4596487"/>
              <a:ext cx="588196" cy="797690"/>
            </a:xfrm>
            <a:prstGeom prst="rect">
              <a:avLst/>
            </a:prstGeom>
          </p:spPr>
        </p:pic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D8E32915-8F94-5F39-5B2F-EB38CF22BF0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874568" y="4637518"/>
              <a:ext cx="925258" cy="715629"/>
            </a:xfrm>
            <a:prstGeom prst="rect">
              <a:avLst/>
            </a:prstGeom>
          </p:spPr>
        </p:pic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69CB108F-DD80-7D6C-D9DA-2F62E499D92D}"/>
                </a:ext>
              </a:extLst>
            </p:cNvPr>
            <p:cNvCxnSpPr/>
            <p:nvPr userDrawn="1"/>
          </p:nvCxnSpPr>
          <p:spPr>
            <a:xfrm>
              <a:off x="6115593" y="4637517"/>
              <a:ext cx="0" cy="715629"/>
            </a:xfrm>
            <a:prstGeom prst="line">
              <a:avLst/>
            </a:prstGeom>
            <a:ln>
              <a:solidFill>
                <a:schemeClr val="tx1">
                  <a:lumMod val="90000"/>
                  <a:lumOff val="10000"/>
                  <a:alpha val="2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9017827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bg>
      <p:bgPr>
        <a:gradFill flip="none" rotWithShape="1">
          <a:gsLst>
            <a:gs pos="0">
              <a:schemeClr val="accent3">
                <a:lumMod val="20000"/>
                <a:lumOff val="80000"/>
                <a:alpha val="70000"/>
              </a:schemeClr>
            </a:gs>
            <a:gs pos="100000">
              <a:schemeClr val="accent1">
                <a:lumMod val="20000"/>
                <a:lumOff val="80000"/>
                <a:alpha val="70399"/>
              </a:schemeClr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DAC162A-9D3B-414E-7792-4C0EF5DDEEA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100000"/>
                    </a14:imgEffect>
                    <a14:imgEffect>
                      <a14:saturation sat="80000"/>
                    </a14:imgEffect>
                    <a14:imgEffect>
                      <a14:brightnessContrast bright="1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8563" t="-5172" r="3798" b="61737"/>
          <a:stretch>
            <a:fillRect/>
          </a:stretch>
        </p:blipFill>
        <p:spPr>
          <a:xfrm>
            <a:off x="3532052" y="2965457"/>
            <a:ext cx="8659948" cy="3892544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CDE93984-12E5-A0DD-B28E-3AABC2172E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2064" y="3155039"/>
            <a:ext cx="4269813" cy="502904"/>
          </a:xfrm>
          <a:prstGeom prst="roundRect">
            <a:avLst/>
          </a:prstGeom>
          <a:solidFill>
            <a:schemeClr val="accent1">
              <a:lumMod val="50000"/>
              <a:alpha val="6000"/>
            </a:schemeClr>
          </a:solidFill>
        </p:spPr>
        <p:txBody>
          <a:bodyPr wrap="none" lIns="91440" tIns="91440" rIns="91440" bIns="45720">
            <a:spAutoFit/>
          </a:bodyPr>
          <a:lstStyle>
            <a:lvl1pPr marL="0" indent="0" algn="l">
              <a:buNone/>
              <a:defRPr sz="2400" b="0" i="0">
                <a:solidFill>
                  <a:schemeClr val="tx1">
                    <a:lumMod val="90000"/>
                    <a:lumOff val="10000"/>
                    <a:alpha val="70000"/>
                  </a:schemeClr>
                </a:solidFill>
                <a:latin typeface="Aptos Display" panose="020B00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6183F7-DDEA-2EB9-E4F4-F242D5E9767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72064" y="577856"/>
            <a:ext cx="10710336" cy="2387600"/>
          </a:xfrm>
        </p:spPr>
        <p:txBody>
          <a:bodyPr anchor="b"/>
          <a:lstStyle>
            <a:lvl1pPr algn="l">
              <a:lnSpc>
                <a:spcPct val="80000"/>
              </a:lnSpc>
              <a:defRPr sz="6000" b="1" i="0" spc="-150">
                <a:ln w="12700" cap="rnd">
                  <a:noFill/>
                </a:ln>
                <a:gradFill flip="none" rotWithShape="1">
                  <a:gsLst>
                    <a:gs pos="0">
                      <a:schemeClr val="accent3">
                        <a:lumMod val="40000"/>
                        <a:lumOff val="60000"/>
                      </a:schemeClr>
                    </a:gs>
                    <a:gs pos="84000">
                      <a:schemeClr val="accent2"/>
                    </a:gs>
                    <a:gs pos="30000">
                      <a:schemeClr val="accent3"/>
                    </a:gs>
                  </a:gsLst>
                  <a:lin ang="2700000" scaled="1"/>
                  <a:tileRect/>
                </a:gradFill>
                <a:latin typeface="Aptos SemiBold" panose="020B00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F1D59DE6-B60A-22EA-3D3F-30BF0E150896}"/>
              </a:ext>
            </a:extLst>
          </p:cNvPr>
          <p:cNvGrpSpPr/>
          <p:nvPr userDrawn="1"/>
        </p:nvGrpSpPr>
        <p:grpSpPr>
          <a:xfrm>
            <a:off x="872064" y="5481834"/>
            <a:ext cx="1794965" cy="659245"/>
            <a:chOff x="4874568" y="4596487"/>
            <a:chExt cx="2171918" cy="797690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0A6C4784-D5CA-0123-DD73-09057C31F33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58290" y="4596487"/>
              <a:ext cx="588196" cy="797690"/>
            </a:xfrm>
            <a:prstGeom prst="rect">
              <a:avLst/>
            </a:prstGeom>
          </p:spPr>
        </p:pic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D8E32915-8F94-5F39-5B2F-EB38CF22BF0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874568" y="4637518"/>
              <a:ext cx="925258" cy="715629"/>
            </a:xfrm>
            <a:prstGeom prst="rect">
              <a:avLst/>
            </a:prstGeom>
          </p:spPr>
        </p:pic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69CB108F-DD80-7D6C-D9DA-2F62E499D92D}"/>
                </a:ext>
              </a:extLst>
            </p:cNvPr>
            <p:cNvCxnSpPr/>
            <p:nvPr userDrawn="1"/>
          </p:nvCxnSpPr>
          <p:spPr>
            <a:xfrm>
              <a:off x="6115593" y="4637517"/>
              <a:ext cx="0" cy="715629"/>
            </a:xfrm>
            <a:prstGeom prst="line">
              <a:avLst/>
            </a:prstGeom>
            <a:ln>
              <a:solidFill>
                <a:schemeClr val="tx1">
                  <a:lumMod val="90000"/>
                  <a:lumOff val="10000"/>
                  <a:alpha val="2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D6A19D86-AE85-FD83-FF1D-699F1152ED0B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alphaModFix amt="20000"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harpenSoften amount="-40000"/>
                    </a14:imgEffect>
                    <a14:imgEffect>
                      <a14:saturation sat="0"/>
                    </a14:imgEffect>
                    <a14:imgEffect>
                      <a14:brightnessContrast bright="3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277" t="-1" r="8218" b="63388"/>
          <a:stretch>
            <a:fillRect/>
          </a:stretch>
        </p:blipFill>
        <p:spPr>
          <a:xfrm>
            <a:off x="1423280" y="3155038"/>
            <a:ext cx="10768720" cy="3702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464259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bg>
      <p:bgPr>
        <a:gradFill flip="none" rotWithShape="1">
          <a:gsLst>
            <a:gs pos="0">
              <a:schemeClr val="accent3">
                <a:lumMod val="20000"/>
                <a:lumOff val="80000"/>
                <a:alpha val="70000"/>
              </a:schemeClr>
            </a:gs>
            <a:gs pos="100000">
              <a:schemeClr val="accent1">
                <a:lumMod val="20000"/>
                <a:lumOff val="80000"/>
                <a:alpha val="70399"/>
              </a:schemeClr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DE93984-12E5-A0DD-B28E-3AABC2172E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61094" y="3933659"/>
            <a:ext cx="4269813" cy="502904"/>
          </a:xfrm>
          <a:prstGeom prst="roundRect">
            <a:avLst/>
          </a:prstGeom>
          <a:solidFill>
            <a:schemeClr val="accent1">
              <a:lumMod val="50000"/>
              <a:alpha val="6000"/>
            </a:schemeClr>
          </a:solidFill>
        </p:spPr>
        <p:txBody>
          <a:bodyPr wrap="none" lIns="91440" tIns="91440" rIns="91440" bIns="45720">
            <a:spAutoFit/>
          </a:bodyPr>
          <a:lstStyle>
            <a:lvl1pPr marL="0" indent="0" algn="ctr">
              <a:buNone/>
              <a:defRPr sz="2400" b="0" i="0">
                <a:solidFill>
                  <a:schemeClr val="tx1">
                    <a:lumMod val="90000"/>
                    <a:lumOff val="10000"/>
                    <a:alpha val="70000"/>
                  </a:schemeClr>
                </a:solidFill>
                <a:latin typeface="Aptos Display" panose="020B00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6183F7-DDEA-2EB9-E4F4-F242D5E9767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72064" y="577856"/>
            <a:ext cx="10710336" cy="3091604"/>
          </a:xfrm>
        </p:spPr>
        <p:txBody>
          <a:bodyPr anchor="b"/>
          <a:lstStyle>
            <a:lvl1pPr algn="ctr">
              <a:lnSpc>
                <a:spcPct val="80000"/>
              </a:lnSpc>
              <a:defRPr sz="6000" b="1" i="0" spc="-150">
                <a:ln w="12700" cap="rnd">
                  <a:noFill/>
                </a:ln>
                <a:gradFill flip="none" rotWithShape="1">
                  <a:gsLst>
                    <a:gs pos="0">
                      <a:schemeClr val="accent3">
                        <a:lumMod val="40000"/>
                        <a:lumOff val="60000"/>
                      </a:schemeClr>
                    </a:gs>
                    <a:gs pos="84000">
                      <a:schemeClr val="accent2"/>
                    </a:gs>
                    <a:gs pos="30000">
                      <a:schemeClr val="accent3"/>
                    </a:gs>
                  </a:gsLst>
                  <a:lin ang="2700000" scaled="1"/>
                  <a:tileRect/>
                </a:gradFill>
                <a:latin typeface="Aptos SemiBold" panose="020B00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2594262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prise Logo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raphic 26">
            <a:extLst>
              <a:ext uri="{FF2B5EF4-FFF2-40B4-BE49-F238E27FC236}">
                <a16:creationId xmlns:a16="http://schemas.microsoft.com/office/drawing/2014/main" id="{396DFA26-FFEA-D52D-ED7A-B616849B4EA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320128" y="2394505"/>
            <a:ext cx="1551744" cy="2068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72242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 advClick="0">
        <p14:reveal dir="r"/>
      </p:transition>
    </mc:Choice>
    <mc:Fallback xmlns="">
      <p:transition spd="slow" advClick="0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Emprise Logo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5FCCD8A-9895-B759-550E-0F44EED7031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5980" y="2542462"/>
            <a:ext cx="2380041" cy="1840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9903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 dir="r"/>
      </p:transition>
    </mc:Choice>
    <mc:Fallback xmlns="">
      <p:transition spd="slow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Emprise Logo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raphic 26">
            <a:extLst>
              <a:ext uri="{FF2B5EF4-FFF2-40B4-BE49-F238E27FC236}">
                <a16:creationId xmlns:a16="http://schemas.microsoft.com/office/drawing/2014/main" id="{396DFA26-FFEA-D52D-ED7A-B616849B4EA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722191" y="2616176"/>
            <a:ext cx="1219235" cy="1625647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C415F86-0084-21E1-1AEB-9611743AF57A}"/>
              </a:ext>
            </a:extLst>
          </p:cNvPr>
          <p:cNvCxnSpPr/>
          <p:nvPr userDrawn="1"/>
        </p:nvCxnSpPr>
        <p:spPr>
          <a:xfrm>
            <a:off x="6096001" y="2585294"/>
            <a:ext cx="0" cy="1687413"/>
          </a:xfrm>
          <a:prstGeom prst="line">
            <a:avLst/>
          </a:prstGeom>
          <a:ln>
            <a:solidFill>
              <a:schemeClr val="bg1">
                <a:lumMod val="10000"/>
                <a:lumOff val="90000"/>
                <a:alpha val="13586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80978C85-7AA3-62EB-1935-62552C2E673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6619" y="2733399"/>
            <a:ext cx="1803067" cy="1394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22069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 dir="r"/>
      </p:transition>
    </mc:Choice>
    <mc:Fallback xmlns="">
      <p:transition spd="slow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6183F7-DDEA-2EB9-E4F4-F242D5E9767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270024"/>
            <a:ext cx="12192000" cy="2387600"/>
          </a:xfrm>
        </p:spPr>
        <p:txBody>
          <a:bodyPr anchor="b"/>
          <a:lstStyle>
            <a:lvl1pPr algn="ctr">
              <a:lnSpc>
                <a:spcPct val="80000"/>
              </a:lnSpc>
              <a:defRPr sz="6000" b="0" i="0" spc="-300">
                <a:ln w="12700" cap="rnd">
                  <a:noFill/>
                </a:ln>
                <a:gradFill flip="none" rotWithShape="1">
                  <a:gsLst>
                    <a:gs pos="7000">
                      <a:srgbClr val="FFFFFF"/>
                    </a:gs>
                    <a:gs pos="90000">
                      <a:schemeClr val="accent2"/>
                    </a:gs>
                    <a:gs pos="34000">
                      <a:schemeClr val="accent3">
                        <a:lumMod val="20000"/>
                        <a:lumOff val="80000"/>
                      </a:schemeClr>
                    </a:gs>
                    <a:gs pos="70000">
                      <a:schemeClr val="accent3"/>
                    </a:gs>
                  </a:gsLst>
                  <a:lin ang="2700000" scaled="1"/>
                  <a:tileRect/>
                </a:gradFill>
                <a:effectLst/>
                <a:latin typeface="Aptos SemiBold" panose="020B00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E93984-12E5-A0DD-B28E-3AABC2172E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2854368"/>
            <a:ext cx="12192000" cy="1398868"/>
          </a:xfrm>
        </p:spPr>
        <p:txBody>
          <a:bodyPr wrap="square" lIns="0" tIns="0" rIns="0" bIns="0">
            <a:normAutofit/>
          </a:bodyPr>
          <a:lstStyle>
            <a:lvl1pPr marL="0" indent="0" algn="ctr">
              <a:buNone/>
              <a:defRPr sz="2400" b="0" i="0">
                <a:solidFill>
                  <a:schemeClr val="accent3">
                    <a:lumMod val="20000"/>
                    <a:lumOff val="80000"/>
                    <a:alpha val="66245"/>
                  </a:schemeClr>
                </a:solidFill>
                <a:latin typeface="Aptos Display" panose="020B00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D32AAEF-449B-62B7-6874-167A4159FC38}"/>
              </a:ext>
            </a:extLst>
          </p:cNvPr>
          <p:cNvGrpSpPr/>
          <p:nvPr userDrawn="1"/>
        </p:nvGrpSpPr>
        <p:grpSpPr>
          <a:xfrm>
            <a:off x="4874568" y="4596489"/>
            <a:ext cx="2171918" cy="797687"/>
            <a:chOff x="3149852" y="2488549"/>
            <a:chExt cx="5121269" cy="1880901"/>
          </a:xfrm>
        </p:grpSpPr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57CD436E-1BB3-62CB-DBA3-34DD474EA507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6860445" y="2488549"/>
              <a:ext cx="1410676" cy="1880901"/>
            </a:xfrm>
            <a:prstGeom prst="rect">
              <a:avLst/>
            </a:prstGeom>
          </p:spPr>
        </p:pic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ED216978-4518-449F-0E6E-EF6A65955B8F}"/>
                </a:ext>
              </a:extLst>
            </p:cNvPr>
            <p:cNvCxnSpPr/>
            <p:nvPr userDrawn="1"/>
          </p:nvCxnSpPr>
          <p:spPr>
            <a:xfrm>
              <a:off x="6096001" y="2585294"/>
              <a:ext cx="0" cy="1687413"/>
            </a:xfrm>
            <a:prstGeom prst="line">
              <a:avLst/>
            </a:prstGeom>
            <a:ln>
              <a:solidFill>
                <a:schemeClr val="bg1">
                  <a:lumMod val="10000"/>
                  <a:lumOff val="90000"/>
                  <a:alpha val="13586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B2EA945-26A2-2C14-DC5F-58BD57825E4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49852" y="2585294"/>
              <a:ext cx="2181706" cy="168741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108735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6183F7-DDEA-2EB9-E4F4-F242D5E9767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72065" y="571500"/>
            <a:ext cx="11319935" cy="2387600"/>
          </a:xfrm>
        </p:spPr>
        <p:txBody>
          <a:bodyPr anchor="b"/>
          <a:lstStyle>
            <a:lvl1pPr algn="l">
              <a:lnSpc>
                <a:spcPct val="80000"/>
              </a:lnSpc>
              <a:defRPr sz="6000" b="0" i="0" spc="-300">
                <a:ln w="12700" cap="rnd">
                  <a:noFill/>
                </a:ln>
                <a:gradFill flip="none" rotWithShape="1">
                  <a:gsLst>
                    <a:gs pos="7000">
                      <a:srgbClr val="FFFFFF"/>
                    </a:gs>
                    <a:gs pos="90000">
                      <a:schemeClr val="accent2"/>
                    </a:gs>
                    <a:gs pos="34000">
                      <a:schemeClr val="accent3">
                        <a:lumMod val="20000"/>
                        <a:lumOff val="80000"/>
                      </a:schemeClr>
                    </a:gs>
                    <a:gs pos="70000">
                      <a:schemeClr val="accent3"/>
                    </a:gs>
                  </a:gsLst>
                  <a:lin ang="2700000" scaled="1"/>
                  <a:tileRect/>
                </a:gradFill>
                <a:effectLst/>
                <a:latin typeface="Aptos SemiBold" panose="020B00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E93984-12E5-A0DD-B28E-3AABC2172E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2065" y="3155844"/>
            <a:ext cx="11319934" cy="1398868"/>
          </a:xfrm>
        </p:spPr>
        <p:txBody>
          <a:bodyPr wrap="square" lIns="0" tIns="0" rIns="0" bIns="0">
            <a:normAutofit/>
          </a:bodyPr>
          <a:lstStyle>
            <a:lvl1pPr marL="0" indent="0" algn="l">
              <a:buNone/>
              <a:defRPr sz="2400" b="0" i="0">
                <a:solidFill>
                  <a:schemeClr val="accent3">
                    <a:lumMod val="20000"/>
                    <a:lumOff val="80000"/>
                    <a:alpha val="66245"/>
                  </a:schemeClr>
                </a:solidFill>
                <a:latin typeface="Aptos Display" panose="020B00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D32AAEF-449B-62B7-6874-167A4159FC38}"/>
              </a:ext>
            </a:extLst>
          </p:cNvPr>
          <p:cNvGrpSpPr/>
          <p:nvPr userDrawn="1"/>
        </p:nvGrpSpPr>
        <p:grpSpPr>
          <a:xfrm>
            <a:off x="872065" y="5481834"/>
            <a:ext cx="1794974" cy="659245"/>
            <a:chOff x="3149852" y="2488549"/>
            <a:chExt cx="5121269" cy="1880901"/>
          </a:xfrm>
        </p:grpSpPr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57CD436E-1BB3-62CB-DBA3-34DD474EA507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6860445" y="2488549"/>
              <a:ext cx="1410676" cy="1880901"/>
            </a:xfrm>
            <a:prstGeom prst="rect">
              <a:avLst/>
            </a:prstGeom>
          </p:spPr>
        </p:pic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ED216978-4518-449F-0E6E-EF6A65955B8F}"/>
                </a:ext>
              </a:extLst>
            </p:cNvPr>
            <p:cNvCxnSpPr/>
            <p:nvPr userDrawn="1"/>
          </p:nvCxnSpPr>
          <p:spPr>
            <a:xfrm>
              <a:off x="6096001" y="2585294"/>
              <a:ext cx="0" cy="1687413"/>
            </a:xfrm>
            <a:prstGeom prst="line">
              <a:avLst/>
            </a:prstGeom>
            <a:ln>
              <a:solidFill>
                <a:schemeClr val="bg1">
                  <a:lumMod val="10000"/>
                  <a:lumOff val="90000"/>
                  <a:alpha val="13586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B2EA945-26A2-2C14-DC5F-58BD57825E4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49852" y="2585294"/>
              <a:ext cx="2181706" cy="168741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69976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BF77CA5A-B235-F5AA-6694-98887BCD738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98" y="6225290"/>
            <a:ext cx="2042960" cy="343865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4AA449C5-7DF7-FDD2-0F9E-7AA6660A29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71500"/>
            <a:ext cx="10972800" cy="800100"/>
          </a:xfrm>
        </p:spPr>
        <p:txBody>
          <a:bodyPr/>
          <a:lstStyle>
            <a:lvl1pPr>
              <a:defRPr b="1" i="0" spc="-150">
                <a:gradFill flip="none" rotWithShape="1">
                  <a:gsLst>
                    <a:gs pos="1000">
                      <a:schemeClr val="accent1"/>
                    </a:gs>
                    <a:gs pos="98000">
                      <a:schemeClr val="accent2"/>
                    </a:gs>
                  </a:gsLst>
                  <a:lin ang="18000000" scaled="0"/>
                  <a:tileRect/>
                </a:gradFill>
                <a:latin typeface="Aptos SemiBold" panose="020B00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57AD598-9BD8-4D64-C7FB-C372303ADD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8" y="1371600"/>
            <a:ext cx="10972801" cy="4490484"/>
          </a:xfrm>
        </p:spPr>
        <p:txBody>
          <a:bodyPr lIns="0" tIns="0" rIns="0" bIns="0"/>
          <a:lstStyle>
            <a:lvl1pPr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buClr>
                <a:schemeClr val="accent1"/>
              </a:buClr>
              <a:defRPr>
                <a:solidFill>
                  <a:schemeClr val="tx1">
                    <a:alpha val="90000"/>
                  </a:schemeClr>
                </a:solidFill>
              </a:defRPr>
            </a:lvl1pPr>
            <a:lvl2pPr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buClr>
                <a:schemeClr val="accent1"/>
              </a:buClr>
              <a:defRPr>
                <a:solidFill>
                  <a:schemeClr val="tx1">
                    <a:alpha val="90000"/>
                  </a:schemeClr>
                </a:solidFill>
              </a:defRPr>
            </a:lvl2pPr>
            <a:lvl3pPr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buClr>
                <a:schemeClr val="accent1"/>
              </a:buClr>
              <a:defRPr>
                <a:solidFill>
                  <a:schemeClr val="tx1">
                    <a:alpha val="90000"/>
                  </a:schemeClr>
                </a:solidFill>
              </a:defRPr>
            </a:lvl3pPr>
            <a:lvl4pPr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buClr>
                <a:schemeClr val="accent1"/>
              </a:buClr>
              <a:defRPr>
                <a:solidFill>
                  <a:schemeClr val="tx1">
                    <a:alpha val="90000"/>
                  </a:schemeClr>
                </a:solidFill>
              </a:defRPr>
            </a:lvl4pPr>
            <a:lvl5pPr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buClr>
                <a:schemeClr val="accent1"/>
              </a:buClr>
              <a:defRPr>
                <a:solidFill>
                  <a:schemeClr val="tx1">
                    <a:alpha val="9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F1D06F-87BE-90C9-CF7B-5BBF6955D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91600" y="6228718"/>
            <a:ext cx="2590800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tx1">
                    <a:alpha val="69626"/>
                  </a:schemeClr>
                </a:solidFill>
              </a:defRPr>
            </a:lvl1pPr>
          </a:lstStyle>
          <a:p>
            <a:pPr algn="r"/>
            <a:fld id="{171F2A03-D3E6-402F-9492-2223AF69BF3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1906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 dir="r"/>
      </p:transition>
    </mc:Choice>
    <mc:Fallback xmlns="">
      <p:transition spd="slow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6183F7-DDEA-2EB9-E4F4-F242D5E9767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1281860"/>
            <a:ext cx="12192000" cy="2387600"/>
          </a:xfrm>
        </p:spPr>
        <p:txBody>
          <a:bodyPr anchor="b"/>
          <a:lstStyle>
            <a:lvl1pPr algn="ctr">
              <a:lnSpc>
                <a:spcPct val="80000"/>
              </a:lnSpc>
              <a:defRPr sz="6000" b="0" i="0" spc="-300">
                <a:ln w="12700" cap="rnd">
                  <a:noFill/>
                </a:ln>
                <a:gradFill flip="none" rotWithShape="1">
                  <a:gsLst>
                    <a:gs pos="7000">
                      <a:srgbClr val="FFFFFF"/>
                    </a:gs>
                    <a:gs pos="90000">
                      <a:schemeClr val="accent2"/>
                    </a:gs>
                    <a:gs pos="34000">
                      <a:schemeClr val="accent3">
                        <a:lumMod val="20000"/>
                        <a:lumOff val="80000"/>
                      </a:schemeClr>
                    </a:gs>
                    <a:gs pos="70000">
                      <a:schemeClr val="accent3"/>
                    </a:gs>
                  </a:gsLst>
                  <a:lin ang="2700000" scaled="1"/>
                  <a:tileRect/>
                </a:gradFill>
                <a:effectLst/>
                <a:latin typeface="Aptos SemiBold" panose="020B00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DD735972-FE60-27F0-A757-31969E80C4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3933659"/>
            <a:ext cx="12192000" cy="1398868"/>
          </a:xfrm>
        </p:spPr>
        <p:txBody>
          <a:bodyPr wrap="square" lIns="0" tIns="0" rIns="0" bIns="0">
            <a:normAutofit/>
          </a:bodyPr>
          <a:lstStyle>
            <a:lvl1pPr marL="0" indent="0" algn="ctr">
              <a:buNone/>
              <a:defRPr sz="2400" b="0" i="0">
                <a:solidFill>
                  <a:schemeClr val="accent3">
                    <a:lumMod val="20000"/>
                    <a:lumOff val="80000"/>
                    <a:alpha val="66245"/>
                  </a:schemeClr>
                </a:solidFill>
                <a:latin typeface="Aptos Display" panose="020B00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0508871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prise Logo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raphic 26">
            <a:extLst>
              <a:ext uri="{FF2B5EF4-FFF2-40B4-BE49-F238E27FC236}">
                <a16:creationId xmlns:a16="http://schemas.microsoft.com/office/drawing/2014/main" id="{396DFA26-FFEA-D52D-ED7A-B616849B4EA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320128" y="2394505"/>
            <a:ext cx="1551744" cy="2068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0492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 advClick="0">
        <p14:reveal dir="r"/>
      </p:transition>
    </mc:Choice>
    <mc:Fallback xmlns="">
      <p:transition spd="slow" advClick="0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Emprise Logo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5FCCD8A-9895-B759-550E-0F44EED7031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5980" y="2542462"/>
            <a:ext cx="2380041" cy="1840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82890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 dir="r"/>
      </p:transition>
    </mc:Choice>
    <mc:Fallback xmlns="">
      <p:transition spd="slow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Emprise Logo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raphic 26">
            <a:extLst>
              <a:ext uri="{FF2B5EF4-FFF2-40B4-BE49-F238E27FC236}">
                <a16:creationId xmlns:a16="http://schemas.microsoft.com/office/drawing/2014/main" id="{396DFA26-FFEA-D52D-ED7A-B616849B4EA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722191" y="2616176"/>
            <a:ext cx="1219235" cy="1625647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C415F86-0084-21E1-1AEB-9611743AF57A}"/>
              </a:ext>
            </a:extLst>
          </p:cNvPr>
          <p:cNvCxnSpPr/>
          <p:nvPr userDrawn="1"/>
        </p:nvCxnSpPr>
        <p:spPr>
          <a:xfrm>
            <a:off x="6096001" y="2585294"/>
            <a:ext cx="0" cy="1687413"/>
          </a:xfrm>
          <a:prstGeom prst="line">
            <a:avLst/>
          </a:prstGeom>
          <a:ln>
            <a:solidFill>
              <a:schemeClr val="bg1">
                <a:lumMod val="10000"/>
                <a:lumOff val="90000"/>
                <a:alpha val="13586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80978C85-7AA3-62EB-1935-62552C2E673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6619" y="2733399"/>
            <a:ext cx="1803067" cy="1394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23937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 dir="r"/>
      </p:transition>
    </mc:Choice>
    <mc:Fallback xmlns="">
      <p:transition spd="slow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6183F7-DDEA-2EB9-E4F4-F242D5E9767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270024"/>
            <a:ext cx="12192000" cy="2387600"/>
          </a:xfrm>
        </p:spPr>
        <p:txBody>
          <a:bodyPr anchor="b"/>
          <a:lstStyle>
            <a:lvl1pPr algn="ctr">
              <a:lnSpc>
                <a:spcPct val="80000"/>
              </a:lnSpc>
              <a:defRPr sz="6000" b="0" i="0" spc="-300">
                <a:ln w="12700" cap="rnd">
                  <a:noFill/>
                </a:ln>
                <a:gradFill flip="none" rotWithShape="1">
                  <a:gsLst>
                    <a:gs pos="7000">
                      <a:srgbClr val="FFFFFF"/>
                    </a:gs>
                    <a:gs pos="90000">
                      <a:schemeClr val="accent2"/>
                    </a:gs>
                    <a:gs pos="34000">
                      <a:schemeClr val="accent3">
                        <a:lumMod val="20000"/>
                        <a:lumOff val="80000"/>
                      </a:schemeClr>
                    </a:gs>
                    <a:gs pos="70000">
                      <a:schemeClr val="accent3"/>
                    </a:gs>
                  </a:gsLst>
                  <a:lin ang="2700000" scaled="1"/>
                  <a:tileRect/>
                </a:gradFill>
                <a:effectLst/>
                <a:latin typeface="Aptos SemiBold" panose="020B00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E93984-12E5-A0DD-B28E-3AABC2172E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2854368"/>
            <a:ext cx="12192000" cy="1398868"/>
          </a:xfrm>
        </p:spPr>
        <p:txBody>
          <a:bodyPr wrap="square" lIns="0" tIns="0" rIns="0" bIns="0">
            <a:normAutofit/>
          </a:bodyPr>
          <a:lstStyle>
            <a:lvl1pPr marL="0" indent="0" algn="ctr">
              <a:buNone/>
              <a:defRPr sz="2400" b="0" i="0">
                <a:solidFill>
                  <a:schemeClr val="accent3">
                    <a:lumMod val="20000"/>
                    <a:lumOff val="80000"/>
                    <a:alpha val="66245"/>
                  </a:schemeClr>
                </a:solidFill>
                <a:latin typeface="Aptos Display" panose="020B00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D32AAEF-449B-62B7-6874-167A4159FC38}"/>
              </a:ext>
            </a:extLst>
          </p:cNvPr>
          <p:cNvGrpSpPr/>
          <p:nvPr userDrawn="1"/>
        </p:nvGrpSpPr>
        <p:grpSpPr>
          <a:xfrm>
            <a:off x="4874568" y="4596489"/>
            <a:ext cx="2171918" cy="797687"/>
            <a:chOff x="3149852" y="2488549"/>
            <a:chExt cx="5121269" cy="1880901"/>
          </a:xfrm>
        </p:grpSpPr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57CD436E-1BB3-62CB-DBA3-34DD474EA507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6860445" y="2488549"/>
              <a:ext cx="1410676" cy="1880901"/>
            </a:xfrm>
            <a:prstGeom prst="rect">
              <a:avLst/>
            </a:prstGeom>
          </p:spPr>
        </p:pic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ED216978-4518-449F-0E6E-EF6A65955B8F}"/>
                </a:ext>
              </a:extLst>
            </p:cNvPr>
            <p:cNvCxnSpPr/>
            <p:nvPr userDrawn="1"/>
          </p:nvCxnSpPr>
          <p:spPr>
            <a:xfrm>
              <a:off x="6096001" y="2585294"/>
              <a:ext cx="0" cy="1687413"/>
            </a:xfrm>
            <a:prstGeom prst="line">
              <a:avLst/>
            </a:prstGeom>
            <a:ln>
              <a:solidFill>
                <a:schemeClr val="bg1">
                  <a:lumMod val="10000"/>
                  <a:lumOff val="90000"/>
                  <a:alpha val="13586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B2EA945-26A2-2C14-DC5F-58BD57825E4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49852" y="2585294"/>
              <a:ext cx="2181706" cy="168741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589782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6183F7-DDEA-2EB9-E4F4-F242D5E9767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72065" y="571500"/>
            <a:ext cx="11319935" cy="2387600"/>
          </a:xfrm>
        </p:spPr>
        <p:txBody>
          <a:bodyPr anchor="b"/>
          <a:lstStyle>
            <a:lvl1pPr algn="l">
              <a:lnSpc>
                <a:spcPct val="80000"/>
              </a:lnSpc>
              <a:defRPr sz="6000" b="0" i="0" spc="-300">
                <a:ln w="12700" cap="rnd">
                  <a:noFill/>
                </a:ln>
                <a:gradFill flip="none" rotWithShape="1">
                  <a:gsLst>
                    <a:gs pos="7000">
                      <a:srgbClr val="FFFFFF"/>
                    </a:gs>
                    <a:gs pos="90000">
                      <a:schemeClr val="accent2"/>
                    </a:gs>
                    <a:gs pos="34000">
                      <a:schemeClr val="accent3">
                        <a:lumMod val="20000"/>
                        <a:lumOff val="80000"/>
                      </a:schemeClr>
                    </a:gs>
                    <a:gs pos="70000">
                      <a:schemeClr val="accent3"/>
                    </a:gs>
                  </a:gsLst>
                  <a:lin ang="2700000" scaled="1"/>
                  <a:tileRect/>
                </a:gradFill>
                <a:effectLst/>
                <a:latin typeface="Aptos SemiBold" panose="020B00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E93984-12E5-A0DD-B28E-3AABC2172E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2065" y="3155844"/>
            <a:ext cx="11319934" cy="1398868"/>
          </a:xfrm>
        </p:spPr>
        <p:txBody>
          <a:bodyPr wrap="square" lIns="0" tIns="0" rIns="0" bIns="0">
            <a:normAutofit/>
          </a:bodyPr>
          <a:lstStyle>
            <a:lvl1pPr marL="0" indent="0" algn="l">
              <a:buNone/>
              <a:defRPr sz="2400" b="0" i="0">
                <a:solidFill>
                  <a:schemeClr val="accent3">
                    <a:lumMod val="20000"/>
                    <a:lumOff val="80000"/>
                    <a:alpha val="66245"/>
                  </a:schemeClr>
                </a:solidFill>
                <a:latin typeface="Aptos Display" panose="020B00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D32AAEF-449B-62B7-6874-167A4159FC38}"/>
              </a:ext>
            </a:extLst>
          </p:cNvPr>
          <p:cNvGrpSpPr/>
          <p:nvPr userDrawn="1"/>
        </p:nvGrpSpPr>
        <p:grpSpPr>
          <a:xfrm>
            <a:off x="872065" y="5481834"/>
            <a:ext cx="1794974" cy="659245"/>
            <a:chOff x="3149852" y="2488549"/>
            <a:chExt cx="5121269" cy="1880901"/>
          </a:xfrm>
        </p:grpSpPr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57CD436E-1BB3-62CB-DBA3-34DD474EA507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6860445" y="2488549"/>
              <a:ext cx="1410676" cy="1880901"/>
            </a:xfrm>
            <a:prstGeom prst="rect">
              <a:avLst/>
            </a:prstGeom>
          </p:spPr>
        </p:pic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ED216978-4518-449F-0E6E-EF6A65955B8F}"/>
                </a:ext>
              </a:extLst>
            </p:cNvPr>
            <p:cNvCxnSpPr/>
            <p:nvPr userDrawn="1"/>
          </p:nvCxnSpPr>
          <p:spPr>
            <a:xfrm>
              <a:off x="6096001" y="2585294"/>
              <a:ext cx="0" cy="1687413"/>
            </a:xfrm>
            <a:prstGeom prst="line">
              <a:avLst/>
            </a:prstGeom>
            <a:ln>
              <a:solidFill>
                <a:schemeClr val="bg1">
                  <a:lumMod val="10000"/>
                  <a:lumOff val="90000"/>
                  <a:alpha val="13586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B2EA945-26A2-2C14-DC5F-58BD57825E4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49852" y="2585294"/>
              <a:ext cx="2181706" cy="168741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2898898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BF77CA5A-B235-F5AA-6694-98887BCD738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98" y="6225290"/>
            <a:ext cx="2042960" cy="343865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4AA449C5-7DF7-FDD2-0F9E-7AA6660A29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71500"/>
            <a:ext cx="10972800" cy="800100"/>
          </a:xfrm>
        </p:spPr>
        <p:txBody>
          <a:bodyPr/>
          <a:lstStyle>
            <a:lvl1pPr>
              <a:defRPr b="1" i="0" spc="-150">
                <a:gradFill flip="none" rotWithShape="1">
                  <a:gsLst>
                    <a:gs pos="1000">
                      <a:schemeClr val="accent1"/>
                    </a:gs>
                    <a:gs pos="98000">
                      <a:schemeClr val="accent2"/>
                    </a:gs>
                  </a:gsLst>
                  <a:lin ang="18000000" scaled="0"/>
                  <a:tileRect/>
                </a:gradFill>
                <a:latin typeface="Aptos SemiBold" panose="020B00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57AD598-9BD8-4D64-C7FB-C372303ADD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8" y="1371600"/>
            <a:ext cx="10972801" cy="4490484"/>
          </a:xfrm>
        </p:spPr>
        <p:txBody>
          <a:bodyPr lIns="0" tIns="0" rIns="0" bIns="0"/>
          <a:lstStyle>
            <a:lvl1pPr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buClr>
                <a:schemeClr val="accent1"/>
              </a:buClr>
              <a:defRPr>
                <a:solidFill>
                  <a:schemeClr val="tx1">
                    <a:alpha val="90000"/>
                  </a:schemeClr>
                </a:solidFill>
              </a:defRPr>
            </a:lvl1pPr>
            <a:lvl2pPr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buClr>
                <a:schemeClr val="accent1"/>
              </a:buClr>
              <a:defRPr>
                <a:solidFill>
                  <a:schemeClr val="tx1">
                    <a:alpha val="90000"/>
                  </a:schemeClr>
                </a:solidFill>
              </a:defRPr>
            </a:lvl2pPr>
            <a:lvl3pPr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buClr>
                <a:schemeClr val="accent1"/>
              </a:buClr>
              <a:defRPr>
                <a:solidFill>
                  <a:schemeClr val="tx1">
                    <a:alpha val="90000"/>
                  </a:schemeClr>
                </a:solidFill>
              </a:defRPr>
            </a:lvl3pPr>
            <a:lvl4pPr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buClr>
                <a:schemeClr val="accent1"/>
              </a:buClr>
              <a:defRPr>
                <a:solidFill>
                  <a:schemeClr val="tx1">
                    <a:alpha val="90000"/>
                  </a:schemeClr>
                </a:solidFill>
              </a:defRPr>
            </a:lvl4pPr>
            <a:lvl5pPr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buClr>
                <a:schemeClr val="accent1"/>
              </a:buClr>
              <a:defRPr>
                <a:solidFill>
                  <a:schemeClr val="tx1">
                    <a:alpha val="9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F1D06F-87BE-90C9-CF7B-5BBF6955D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91600" y="6228718"/>
            <a:ext cx="2590800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tx1">
                    <a:alpha val="69626"/>
                  </a:schemeClr>
                </a:solidFill>
              </a:defRPr>
            </a:lvl1pPr>
          </a:lstStyle>
          <a:p>
            <a:pPr algn="r"/>
            <a:fld id="{171F2A03-D3E6-402F-9492-2223AF69BF3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34150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 dir="r"/>
      </p:transition>
    </mc:Choice>
    <mc:Fallback xmlns="">
      <p:transition spd="slow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6183F7-DDEA-2EB9-E4F4-F242D5E9767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1281860"/>
            <a:ext cx="12192000" cy="2387600"/>
          </a:xfrm>
        </p:spPr>
        <p:txBody>
          <a:bodyPr anchor="b"/>
          <a:lstStyle>
            <a:lvl1pPr algn="ctr">
              <a:lnSpc>
                <a:spcPct val="80000"/>
              </a:lnSpc>
              <a:defRPr sz="6000" b="0" i="0" spc="-300">
                <a:ln w="12700" cap="rnd">
                  <a:noFill/>
                </a:ln>
                <a:solidFill>
                  <a:schemeClr val="tx1"/>
                </a:solidFill>
                <a:effectLst/>
                <a:latin typeface="Aptos SemiBold" panose="020B00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DD735972-FE60-27F0-A757-31969E80C4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3933659"/>
            <a:ext cx="12192000" cy="1398868"/>
          </a:xfrm>
        </p:spPr>
        <p:txBody>
          <a:bodyPr wrap="square" lIns="0" tIns="0" rIns="0" bIns="0">
            <a:normAutofit/>
          </a:bodyPr>
          <a:lstStyle>
            <a:lvl1pPr marL="0" indent="0" algn="ctr">
              <a:buNone/>
              <a:defRPr sz="2400" b="0" i="0">
                <a:solidFill>
                  <a:schemeClr val="accent3">
                    <a:lumMod val="20000"/>
                    <a:lumOff val="80000"/>
                    <a:alpha val="66245"/>
                  </a:schemeClr>
                </a:solidFill>
                <a:latin typeface="Aptos Display" panose="020B00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8710577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microsoft.com/office/2007/relationships/hdphoto" Target="../media/hdphoto1.wdp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8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theme" Target="../theme/theme3.xml"/><Relationship Id="rId3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6.xml"/><Relationship Id="rId2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5.xml"/><Relationship Id="rId5" Type="http://schemas.openxmlformats.org/officeDocument/2006/relationships/slideLayout" Target="../slideLayouts/slideLayout24.xml"/><Relationship Id="rId4" Type="http://schemas.openxmlformats.org/officeDocument/2006/relationships/slideLayout" Target="../slideLayouts/slideLayout2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theme" Target="../theme/theme4.xm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5" Type="http://schemas.openxmlformats.org/officeDocument/2006/relationships/slideLayout" Target="../slideLayouts/slideLayout31.xml"/><Relationship Id="rId4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accent3">
                <a:lumMod val="20000"/>
                <a:lumOff val="80000"/>
                <a:alpha val="70000"/>
              </a:schemeClr>
            </a:gs>
            <a:gs pos="0">
              <a:schemeClr val="accent1">
                <a:lumMod val="20000"/>
                <a:lumOff val="80000"/>
                <a:alpha val="70399"/>
              </a:schemeClr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Wavy transparent shapes">
            <a:extLst>
              <a:ext uri="{FF2B5EF4-FFF2-40B4-BE49-F238E27FC236}">
                <a16:creationId xmlns:a16="http://schemas.microsoft.com/office/drawing/2014/main" id="{DDFFBE3D-AE86-A398-2D74-FA532C5C78C2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alphaModFix amt="40000"/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sharpenSoften amount="-1000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87966"/>
          <a:stretch>
            <a:fillRect/>
          </a:stretch>
        </p:blipFill>
        <p:spPr>
          <a:xfrm>
            <a:off x="0" y="6032768"/>
            <a:ext cx="12192000" cy="825232"/>
          </a:xfrm>
          <a:prstGeom prst="rect">
            <a:avLst/>
          </a:prstGeom>
          <a:effectLst/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6D511-1FBA-DFD6-2681-61F5980986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05600"/>
            <a:ext cx="10972800" cy="41682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3C4CD19-96F0-05F5-4B64-45CA46CB32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71500"/>
            <a:ext cx="10972800" cy="800100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457231-CF56-1F97-BE60-3CA64D123E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91600" y="6228718"/>
            <a:ext cx="2590800" cy="365125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1200">
                <a:solidFill>
                  <a:schemeClr val="tx1">
                    <a:alpha val="69626"/>
                  </a:schemeClr>
                </a:solidFill>
              </a:defRPr>
            </a:lvl1pPr>
          </a:lstStyle>
          <a:p>
            <a:fld id="{171F2A03-D3E6-402F-9492-2223AF69BF36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0CE54619-BA01-60D0-C8FB-57DE4CE328AC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9600" y="6215625"/>
            <a:ext cx="2042960" cy="347738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7F4FB33-97B5-15BB-3A33-88D4630D876C}"/>
              </a:ext>
            </a:extLst>
          </p:cNvPr>
          <p:cNvCxnSpPr>
            <a:cxnSpLocks/>
          </p:cNvCxnSpPr>
          <p:nvPr userDrawn="1"/>
        </p:nvCxnSpPr>
        <p:spPr>
          <a:xfrm>
            <a:off x="0" y="6039224"/>
            <a:ext cx="12192000" cy="0"/>
          </a:xfrm>
          <a:prstGeom prst="line">
            <a:avLst/>
          </a:prstGeom>
          <a:ln w="12700">
            <a:gradFill flip="none" rotWithShape="1">
              <a:gsLst>
                <a:gs pos="48000">
                  <a:schemeClr val="accent1">
                    <a:lumMod val="5000"/>
                    <a:lumOff val="95000"/>
                  </a:schemeClr>
                </a:gs>
                <a:gs pos="0">
                  <a:schemeClr val="accent2">
                    <a:lumMod val="20000"/>
                    <a:lumOff val="80000"/>
                    <a:alpha val="29778"/>
                  </a:schemeClr>
                </a:gs>
                <a:gs pos="100000">
                  <a:schemeClr val="accent1">
                    <a:lumMod val="20000"/>
                    <a:lumOff val="80000"/>
                    <a:alpha val="40000"/>
                  </a:schemeClr>
                </a:gs>
              </a:gsLst>
              <a:lin ang="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92131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93" r:id="rId3"/>
    <p:sldLayoutId id="2147483652" r:id="rId4"/>
    <p:sldLayoutId id="2147483690" r:id="rId5"/>
    <p:sldLayoutId id="2147483696" r:id="rId6"/>
    <p:sldLayoutId id="2147483654" r:id="rId7"/>
    <p:sldLayoutId id="2147483655" r:id="rId8"/>
    <p:sldLayoutId id="2147483656" r:id="rId9"/>
    <p:sldLayoutId id="2147483694" r:id="rId10"/>
    <p:sldLayoutId id="2147483695" r:id="rId11"/>
    <p:sldLayoutId id="2147483706" r:id="rId12"/>
    <p:sldLayoutId id="2147483691" r:id="rId13"/>
    <p:sldLayoutId id="2147483692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i="0" u="none" kern="1200" spc="-150">
          <a:gradFill flip="none" rotWithShape="1">
            <a:gsLst>
              <a:gs pos="20000">
                <a:schemeClr val="accent3"/>
              </a:gs>
              <a:gs pos="80000">
                <a:schemeClr val="accent2"/>
              </a:gs>
            </a:gsLst>
            <a:lin ang="2700000" scaled="1"/>
            <a:tileRect/>
          </a:gradFill>
          <a:latin typeface="Aptos SemiBold" panose="020B00040202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0"/>
        </a:spcBef>
        <a:spcAft>
          <a:spcPts val="1200"/>
        </a:spcAft>
        <a:buClr>
          <a:schemeClr val="accent1"/>
        </a:buClr>
        <a:buFont typeface="Arial" panose="020B0604020202020204" pitchFamily="34" charset="0"/>
        <a:buChar char="•"/>
        <a:defRPr sz="1400" b="0" i="0" kern="1200" spc="0">
          <a:solidFill>
            <a:schemeClr val="tx1">
              <a:alpha val="84000"/>
            </a:schemeClr>
          </a:solidFill>
          <a:latin typeface="Aptos Light" panose="020B00040202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30000"/>
        </a:lnSpc>
        <a:spcBef>
          <a:spcPts val="0"/>
        </a:spcBef>
        <a:spcAft>
          <a:spcPts val="1200"/>
        </a:spcAft>
        <a:buClr>
          <a:schemeClr val="accent1"/>
        </a:buClr>
        <a:buFont typeface="Arial" panose="020B0604020202020204" pitchFamily="34" charset="0"/>
        <a:buChar char="•"/>
        <a:defRPr sz="1400" b="0" i="0" kern="1200" spc="0">
          <a:solidFill>
            <a:schemeClr val="tx1">
              <a:alpha val="84000"/>
            </a:schemeClr>
          </a:solidFill>
          <a:latin typeface="Aptos Light" panose="020B00040202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30000"/>
        </a:lnSpc>
        <a:spcBef>
          <a:spcPts val="0"/>
        </a:spcBef>
        <a:spcAft>
          <a:spcPts val="1200"/>
        </a:spcAft>
        <a:buClr>
          <a:schemeClr val="accent1"/>
        </a:buClr>
        <a:buFont typeface="Arial" panose="020B0604020202020204" pitchFamily="34" charset="0"/>
        <a:buChar char="•"/>
        <a:defRPr sz="1400" b="0" i="0" kern="1200" spc="0">
          <a:solidFill>
            <a:schemeClr val="tx1">
              <a:alpha val="84000"/>
            </a:schemeClr>
          </a:solidFill>
          <a:latin typeface="Aptos Light" panose="020B00040202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30000"/>
        </a:lnSpc>
        <a:spcBef>
          <a:spcPts val="0"/>
        </a:spcBef>
        <a:spcAft>
          <a:spcPts val="1200"/>
        </a:spcAft>
        <a:buClr>
          <a:schemeClr val="accent1"/>
        </a:buClr>
        <a:buFont typeface="Arial" panose="020B0604020202020204" pitchFamily="34" charset="0"/>
        <a:buChar char="•"/>
        <a:defRPr sz="1400" b="0" i="0" kern="1200" spc="0">
          <a:solidFill>
            <a:schemeClr val="tx1">
              <a:alpha val="84000"/>
            </a:schemeClr>
          </a:solidFill>
          <a:latin typeface="Aptos Light" panose="020B00040202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30000"/>
        </a:lnSpc>
        <a:spcBef>
          <a:spcPts val="0"/>
        </a:spcBef>
        <a:spcAft>
          <a:spcPts val="1200"/>
        </a:spcAft>
        <a:buClr>
          <a:schemeClr val="accent1"/>
        </a:buClr>
        <a:buFont typeface="Arial" panose="020B0604020202020204" pitchFamily="34" charset="0"/>
        <a:buChar char="•"/>
        <a:defRPr sz="1400" b="0" i="0" kern="1200" spc="0">
          <a:solidFill>
            <a:schemeClr val="tx1">
              <a:alpha val="84000"/>
            </a:schemeClr>
          </a:solidFill>
          <a:latin typeface="Aptos Light" panose="020B0004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60">
          <p15:clr>
            <a:srgbClr val="F26B43"/>
          </p15:clr>
        </p15:guide>
        <p15:guide id="2" pos="384" userDrawn="1">
          <p15:clr>
            <a:srgbClr val="F26B43"/>
          </p15:clr>
        </p15:guide>
        <p15:guide id="3" pos="7296">
          <p15:clr>
            <a:srgbClr val="F26B43"/>
          </p15:clr>
        </p15:guide>
        <p15:guide id="4" pos="3840">
          <p15:clr>
            <a:srgbClr val="F26B43"/>
          </p15:clr>
        </p15:guide>
        <p15:guide id="5" orient="horz" pos="3912">
          <p15:clr>
            <a:srgbClr val="F26B43"/>
          </p15:clr>
        </p15:guide>
        <p15:guide id="6" orient="horz" pos="864">
          <p15:clr>
            <a:srgbClr val="F26B43"/>
          </p15:clr>
        </p15:guide>
        <p15:guide id="7" pos="648" userDrawn="1">
          <p15:clr>
            <a:srgbClr val="F26B43"/>
          </p15:clr>
        </p15:guide>
        <p15:guide id="8" pos="7032" userDrawn="1">
          <p15:clr>
            <a:srgbClr val="F26B43"/>
          </p15:clr>
        </p15:guide>
        <p15:guide id="9" orient="horz" pos="216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>
          <a:gsLst>
            <a:gs pos="0">
              <a:schemeClr val="accent3">
                <a:lumMod val="20000"/>
                <a:lumOff val="80000"/>
                <a:alpha val="70000"/>
              </a:schemeClr>
            </a:gs>
            <a:gs pos="100000">
              <a:schemeClr val="accent1">
                <a:lumMod val="20000"/>
                <a:lumOff val="80000"/>
                <a:alpha val="70399"/>
              </a:schemeClr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6D511-1FBA-DFD6-2681-61F5980986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05600"/>
            <a:ext cx="10972800" cy="41682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</a:t>
            </a:r>
            <a:r>
              <a:rPr lang="en-US" dirty="0" err="1"/>
              <a:t>levelgz</a:t>
            </a:r>
            <a:endParaRPr lang="en-US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3C4CD19-96F0-05F5-4B64-45CA46CB32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71500"/>
            <a:ext cx="10972800" cy="800100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768976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88" r:id="rId2"/>
    <p:sldLayoutId id="2147483684" r:id="rId3"/>
    <p:sldLayoutId id="2147483685" r:id="rId4"/>
    <p:sldLayoutId id="2147483697" r:id="rId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u="none" kern="1200" spc="0">
          <a:gradFill flip="none" rotWithShape="1">
            <a:gsLst>
              <a:gs pos="0">
                <a:schemeClr val="accent3">
                  <a:lumMod val="20000"/>
                  <a:lumOff val="80000"/>
                </a:schemeClr>
              </a:gs>
              <a:gs pos="44000">
                <a:schemeClr val="accent3"/>
              </a:gs>
              <a:gs pos="93000">
                <a:schemeClr val="accent2"/>
              </a:gs>
            </a:gsLst>
            <a:lin ang="13500000" scaled="1"/>
            <a:tileRect/>
          </a:gra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ts val="2400"/>
        </a:lnSpc>
        <a:spcBef>
          <a:spcPts val="0"/>
        </a:spcBef>
        <a:spcAft>
          <a:spcPts val="1800"/>
        </a:spcAft>
        <a:buClr>
          <a:schemeClr val="accent3"/>
        </a:buClr>
        <a:buFont typeface="Arial" panose="020B0604020202020204" pitchFamily="34" charset="0"/>
        <a:buChar char="•"/>
        <a:defRPr sz="1600" b="0" i="0" kern="1200">
          <a:solidFill>
            <a:schemeClr val="tx1">
              <a:alpha val="84000"/>
            </a:schemeClr>
          </a:solidFill>
          <a:latin typeface="Aptos Light" panose="020B00040202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ts val="2400"/>
        </a:lnSpc>
        <a:spcBef>
          <a:spcPts val="0"/>
        </a:spcBef>
        <a:spcAft>
          <a:spcPts val="1800"/>
        </a:spcAft>
        <a:buClr>
          <a:schemeClr val="accent3"/>
        </a:buClr>
        <a:buFont typeface="Arial" panose="020B0604020202020204" pitchFamily="34" charset="0"/>
        <a:buChar char="•"/>
        <a:defRPr sz="1600" b="0" i="0" kern="1200">
          <a:solidFill>
            <a:schemeClr val="tx1">
              <a:alpha val="84000"/>
            </a:schemeClr>
          </a:solidFill>
          <a:latin typeface="Aptos Light" panose="020B00040202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ts val="2400"/>
        </a:lnSpc>
        <a:spcBef>
          <a:spcPts val="0"/>
        </a:spcBef>
        <a:spcAft>
          <a:spcPts val="1800"/>
        </a:spcAft>
        <a:buClr>
          <a:schemeClr val="accent3"/>
        </a:buClr>
        <a:buFont typeface="Arial" panose="020B0604020202020204" pitchFamily="34" charset="0"/>
        <a:buChar char="•"/>
        <a:defRPr sz="1600" b="0" i="0" kern="1200">
          <a:solidFill>
            <a:schemeClr val="tx1">
              <a:alpha val="84000"/>
            </a:schemeClr>
          </a:solidFill>
          <a:latin typeface="Aptos Light" panose="020B00040202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ts val="2400"/>
        </a:lnSpc>
        <a:spcBef>
          <a:spcPts val="0"/>
        </a:spcBef>
        <a:spcAft>
          <a:spcPts val="1800"/>
        </a:spcAft>
        <a:buClr>
          <a:schemeClr val="accent3"/>
        </a:buClr>
        <a:buFont typeface="Arial" panose="020B0604020202020204" pitchFamily="34" charset="0"/>
        <a:buChar char="•"/>
        <a:defRPr sz="1600" b="0" i="0" kern="1200">
          <a:solidFill>
            <a:schemeClr val="tx1">
              <a:alpha val="84000"/>
            </a:schemeClr>
          </a:solidFill>
          <a:latin typeface="Aptos Light" panose="020B00040202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ts val="2400"/>
        </a:lnSpc>
        <a:spcBef>
          <a:spcPts val="0"/>
        </a:spcBef>
        <a:spcAft>
          <a:spcPts val="1800"/>
        </a:spcAft>
        <a:buClr>
          <a:schemeClr val="accent3"/>
        </a:buClr>
        <a:buFont typeface="Arial" panose="020B0604020202020204" pitchFamily="34" charset="0"/>
        <a:buChar char="•"/>
        <a:defRPr sz="1600" b="0" i="0" kern="1200">
          <a:solidFill>
            <a:schemeClr val="tx1">
              <a:alpha val="84000"/>
            </a:schemeClr>
          </a:solidFill>
          <a:latin typeface="Aptos Light" panose="020B0004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60">
          <p15:clr>
            <a:srgbClr val="F26B43"/>
          </p15:clr>
        </p15:guide>
        <p15:guide id="2" pos="384" userDrawn="1">
          <p15:clr>
            <a:srgbClr val="F26B43"/>
          </p15:clr>
        </p15:guide>
        <p15:guide id="3" pos="7296">
          <p15:clr>
            <a:srgbClr val="F26B43"/>
          </p15:clr>
        </p15:guide>
        <p15:guide id="4" pos="3840">
          <p15:clr>
            <a:srgbClr val="F26B43"/>
          </p15:clr>
        </p15:guide>
        <p15:guide id="5" orient="horz" pos="3912">
          <p15:clr>
            <a:srgbClr val="F26B43"/>
          </p15:clr>
        </p15:guide>
        <p15:guide id="6" orient="horz" pos="864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6D511-1FBA-DFD6-2681-61F5980986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05600"/>
            <a:ext cx="10972800" cy="43891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</a:t>
            </a:r>
            <a:r>
              <a:rPr lang="en-US" dirty="0" err="1"/>
              <a:t>levelgz</a:t>
            </a:r>
            <a:endParaRPr lang="en-US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3C4CD19-96F0-05F5-4B64-45CA46CB32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71500"/>
            <a:ext cx="10972800" cy="800100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5320973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74" r:id="rId2"/>
    <p:sldLayoutId id="2147483673" r:id="rId3"/>
    <p:sldLayoutId id="2147483672" r:id="rId4"/>
    <p:sldLayoutId id="2147483675" r:id="rId5"/>
    <p:sldLayoutId id="2147483676" r:id="rId6"/>
    <p:sldLayoutId id="2147483677" r:id="rId7"/>
  </p:sldLayoutIdLst>
  <mc:AlternateContent xmlns:mc="http://schemas.openxmlformats.org/markup-compatibility/2006" xmlns:p14="http://schemas.microsoft.com/office/powerpoint/2010/main">
    <mc:Choice Requires="p14">
      <p:transition spd="slow" p14:dur="3400">
        <p14:reveal dir="r"/>
      </p:transition>
    </mc:Choice>
    <mc:Fallback xmlns="">
      <p:transition spd="slow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u="none" kern="1200" spc="0">
          <a:gradFill flip="none" rotWithShape="1">
            <a:gsLst>
              <a:gs pos="0">
                <a:schemeClr val="accent3">
                  <a:lumMod val="20000"/>
                  <a:lumOff val="80000"/>
                </a:schemeClr>
              </a:gs>
              <a:gs pos="44000">
                <a:schemeClr val="accent3"/>
              </a:gs>
              <a:gs pos="93000">
                <a:schemeClr val="accent2"/>
              </a:gs>
            </a:gsLst>
            <a:lin ang="13500000" scaled="1"/>
            <a:tileRect/>
          </a:gra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ts val="2400"/>
        </a:lnSpc>
        <a:spcBef>
          <a:spcPts val="0"/>
        </a:spcBef>
        <a:spcAft>
          <a:spcPts val="1800"/>
        </a:spcAft>
        <a:buClr>
          <a:schemeClr val="accent3"/>
        </a:buClr>
        <a:buFont typeface="Arial" panose="020B0604020202020204" pitchFamily="34" charset="0"/>
        <a:buChar char="•"/>
        <a:defRPr sz="1600" kern="1200">
          <a:solidFill>
            <a:schemeClr val="tx1">
              <a:alpha val="84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ts val="2400"/>
        </a:lnSpc>
        <a:spcBef>
          <a:spcPts val="0"/>
        </a:spcBef>
        <a:spcAft>
          <a:spcPts val="1800"/>
        </a:spcAft>
        <a:buClr>
          <a:schemeClr val="accent3"/>
        </a:buClr>
        <a:buFont typeface="Arial" panose="020B0604020202020204" pitchFamily="34" charset="0"/>
        <a:buChar char="•"/>
        <a:defRPr sz="1600" kern="1200">
          <a:solidFill>
            <a:schemeClr val="tx1">
              <a:alpha val="84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ts val="2400"/>
        </a:lnSpc>
        <a:spcBef>
          <a:spcPts val="0"/>
        </a:spcBef>
        <a:spcAft>
          <a:spcPts val="1800"/>
        </a:spcAft>
        <a:buClr>
          <a:schemeClr val="accent3"/>
        </a:buClr>
        <a:buFont typeface="Arial" panose="020B0604020202020204" pitchFamily="34" charset="0"/>
        <a:buChar char="•"/>
        <a:defRPr sz="1600" kern="1200">
          <a:solidFill>
            <a:schemeClr val="tx1">
              <a:alpha val="84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ts val="2400"/>
        </a:lnSpc>
        <a:spcBef>
          <a:spcPts val="0"/>
        </a:spcBef>
        <a:spcAft>
          <a:spcPts val="1800"/>
        </a:spcAft>
        <a:buClr>
          <a:schemeClr val="accent3"/>
        </a:buClr>
        <a:buFont typeface="Arial" panose="020B0604020202020204" pitchFamily="34" charset="0"/>
        <a:buChar char="•"/>
        <a:defRPr sz="1600" kern="1200">
          <a:solidFill>
            <a:schemeClr val="tx1">
              <a:alpha val="84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ts val="2400"/>
        </a:lnSpc>
        <a:spcBef>
          <a:spcPts val="0"/>
        </a:spcBef>
        <a:spcAft>
          <a:spcPts val="1800"/>
        </a:spcAft>
        <a:buClr>
          <a:schemeClr val="accent3"/>
        </a:buClr>
        <a:buFont typeface="Arial" panose="020B0604020202020204" pitchFamily="34" charset="0"/>
        <a:buChar char="•"/>
        <a:defRPr sz="1600" kern="1200">
          <a:solidFill>
            <a:schemeClr val="tx1">
              <a:alpha val="84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60" userDrawn="1">
          <p15:clr>
            <a:srgbClr val="F26B43"/>
          </p15:clr>
        </p15:guide>
        <p15:guide id="2" pos="384" userDrawn="1">
          <p15:clr>
            <a:srgbClr val="F26B43"/>
          </p15:clr>
        </p15:guide>
        <p15:guide id="3" pos="7296" userDrawn="1">
          <p15:clr>
            <a:srgbClr val="F26B43"/>
          </p15:clr>
        </p15:guide>
        <p15:guide id="4" pos="3840" userDrawn="1">
          <p15:clr>
            <a:srgbClr val="F26B43"/>
          </p15:clr>
        </p15:guide>
        <p15:guide id="5" orient="horz" pos="3912" userDrawn="1">
          <p15:clr>
            <a:srgbClr val="F26B43"/>
          </p15:clr>
        </p15:guide>
        <p15:guide id="6" orient="horz" pos="864" userDrawn="1">
          <p15:clr>
            <a:srgbClr val="F26B43"/>
          </p15:clr>
        </p15:guide>
        <p15:guide id="7" orient="horz" pos="2160" userDrawn="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6D511-1FBA-DFD6-2681-61F5980986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05600"/>
            <a:ext cx="10972800" cy="43891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</a:t>
            </a:r>
            <a:r>
              <a:rPr lang="en-US" dirty="0" err="1"/>
              <a:t>levelgz</a:t>
            </a:r>
            <a:endParaRPr lang="en-US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3C4CD19-96F0-05F5-4B64-45CA46CB32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71500"/>
            <a:ext cx="10972800" cy="800100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6017723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9" r:id="rId1"/>
    <p:sldLayoutId id="2147483700" r:id="rId2"/>
    <p:sldLayoutId id="2147483701" r:id="rId3"/>
    <p:sldLayoutId id="2147483702" r:id="rId4"/>
    <p:sldLayoutId id="2147483703" r:id="rId5"/>
    <p:sldLayoutId id="2147483704" r:id="rId6"/>
    <p:sldLayoutId id="2147483705" r:id="rId7"/>
  </p:sldLayoutIdLst>
  <mc:AlternateContent xmlns:mc="http://schemas.openxmlformats.org/markup-compatibility/2006" xmlns:p14="http://schemas.microsoft.com/office/powerpoint/2010/main">
    <mc:Choice Requires="p14">
      <p:transition spd="slow" p14:dur="3400">
        <p14:reveal dir="r"/>
      </p:transition>
    </mc:Choice>
    <mc:Fallback xmlns="">
      <p:transition spd="slow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u="none" kern="1200" spc="0">
          <a:gradFill flip="none" rotWithShape="1">
            <a:gsLst>
              <a:gs pos="0">
                <a:schemeClr val="accent3">
                  <a:lumMod val="20000"/>
                  <a:lumOff val="80000"/>
                </a:schemeClr>
              </a:gs>
              <a:gs pos="44000">
                <a:schemeClr val="accent3"/>
              </a:gs>
              <a:gs pos="93000">
                <a:schemeClr val="accent2"/>
              </a:gs>
            </a:gsLst>
            <a:lin ang="13500000" scaled="1"/>
            <a:tileRect/>
          </a:gra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ts val="2400"/>
        </a:lnSpc>
        <a:spcBef>
          <a:spcPts val="0"/>
        </a:spcBef>
        <a:spcAft>
          <a:spcPts val="1800"/>
        </a:spcAft>
        <a:buClr>
          <a:schemeClr val="accent3"/>
        </a:buClr>
        <a:buFont typeface="Arial" panose="020B0604020202020204" pitchFamily="34" charset="0"/>
        <a:buChar char="•"/>
        <a:defRPr sz="1600" kern="1200">
          <a:solidFill>
            <a:schemeClr val="tx1">
              <a:alpha val="84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ts val="2400"/>
        </a:lnSpc>
        <a:spcBef>
          <a:spcPts val="0"/>
        </a:spcBef>
        <a:spcAft>
          <a:spcPts val="1800"/>
        </a:spcAft>
        <a:buClr>
          <a:schemeClr val="accent3"/>
        </a:buClr>
        <a:buFont typeface="Arial" panose="020B0604020202020204" pitchFamily="34" charset="0"/>
        <a:buChar char="•"/>
        <a:defRPr sz="1600" kern="1200">
          <a:solidFill>
            <a:schemeClr val="tx1">
              <a:alpha val="84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ts val="2400"/>
        </a:lnSpc>
        <a:spcBef>
          <a:spcPts val="0"/>
        </a:spcBef>
        <a:spcAft>
          <a:spcPts val="1800"/>
        </a:spcAft>
        <a:buClr>
          <a:schemeClr val="accent3"/>
        </a:buClr>
        <a:buFont typeface="Arial" panose="020B0604020202020204" pitchFamily="34" charset="0"/>
        <a:buChar char="•"/>
        <a:defRPr sz="1600" kern="1200">
          <a:solidFill>
            <a:schemeClr val="tx1">
              <a:alpha val="84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ts val="2400"/>
        </a:lnSpc>
        <a:spcBef>
          <a:spcPts val="0"/>
        </a:spcBef>
        <a:spcAft>
          <a:spcPts val="1800"/>
        </a:spcAft>
        <a:buClr>
          <a:schemeClr val="accent3"/>
        </a:buClr>
        <a:buFont typeface="Arial" panose="020B0604020202020204" pitchFamily="34" charset="0"/>
        <a:buChar char="•"/>
        <a:defRPr sz="1600" kern="1200">
          <a:solidFill>
            <a:schemeClr val="tx1">
              <a:alpha val="84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ts val="2400"/>
        </a:lnSpc>
        <a:spcBef>
          <a:spcPts val="0"/>
        </a:spcBef>
        <a:spcAft>
          <a:spcPts val="1800"/>
        </a:spcAft>
        <a:buClr>
          <a:schemeClr val="accent3"/>
        </a:buClr>
        <a:buFont typeface="Arial" panose="020B0604020202020204" pitchFamily="34" charset="0"/>
        <a:buChar char="•"/>
        <a:defRPr sz="1600" kern="1200">
          <a:solidFill>
            <a:schemeClr val="tx1">
              <a:alpha val="84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60" userDrawn="1">
          <p15:clr>
            <a:srgbClr val="F26B43"/>
          </p15:clr>
        </p15:guide>
        <p15:guide id="2" pos="384" userDrawn="1">
          <p15:clr>
            <a:srgbClr val="F26B43"/>
          </p15:clr>
        </p15:guide>
        <p15:guide id="3" pos="7296" userDrawn="1">
          <p15:clr>
            <a:srgbClr val="F26B43"/>
          </p15:clr>
        </p15:guide>
        <p15:guide id="4" pos="3840" userDrawn="1">
          <p15:clr>
            <a:srgbClr val="F26B43"/>
          </p15:clr>
        </p15:guide>
        <p15:guide id="5" orient="horz" pos="3912" userDrawn="1">
          <p15:clr>
            <a:srgbClr val="F26B43"/>
          </p15:clr>
        </p15:guide>
        <p15:guide id="6" orient="horz" pos="864" userDrawn="1">
          <p15:clr>
            <a:srgbClr val="F26B43"/>
          </p15:clr>
        </p15:guide>
        <p15:guide id="7" orient="horz" pos="216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0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3098205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 advClick="0">
        <p14:reveal dir="r"/>
      </p:transition>
    </mc:Choice>
    <mc:Fallback xmlns="">
      <p:transition spd="slow" advClick="0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395042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0D7E42-1DAF-41FC-A066-3CC45DAC982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2026 Design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041CF5-35AE-60A2-9898-25AE7E6F734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Hello World – This is a Subtitle</a:t>
            </a:r>
          </a:p>
        </p:txBody>
      </p:sp>
    </p:spTree>
    <p:extLst>
      <p:ext uri="{BB962C8B-B14F-4D97-AF65-F5344CB8AC3E}">
        <p14:creationId xmlns:p14="http://schemas.microsoft.com/office/powerpoint/2010/main" val="4468863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 dir="r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751074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18636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 dir="r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3163865C-C5C3-7427-1EAA-AAB753BEC8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61561" y="2793389"/>
            <a:ext cx="5268878" cy="502904"/>
          </a:xfrm>
          <a:ln w="19050">
            <a:noFill/>
          </a:ln>
        </p:spPr>
        <p:txBody>
          <a:bodyPr/>
          <a:lstStyle/>
          <a:p>
            <a:r>
              <a:rPr lang="en-US" dirty="0">
                <a:solidFill>
                  <a:schemeClr val="tx1">
                    <a:alpha val="69996"/>
                  </a:schemeClr>
                </a:solidFill>
              </a:rPr>
              <a:t>One Team. One Vision. Stronger Together.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206DCA6-18AA-BA41-E537-66DCAAC4376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pc="-150" dirty="0"/>
              <a:t>All Hands 2026</a:t>
            </a:r>
          </a:p>
        </p:txBody>
      </p:sp>
    </p:spTree>
    <p:extLst>
      <p:ext uri="{BB962C8B-B14F-4D97-AF65-F5344CB8AC3E}">
        <p14:creationId xmlns:p14="http://schemas.microsoft.com/office/powerpoint/2010/main" val="27334897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5220DB7A-9CD1-3D47-AF08-C4CB8E2C8F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2064" y="3155039"/>
            <a:ext cx="2993588" cy="502904"/>
          </a:xfrm>
        </p:spPr>
        <p:txBody>
          <a:bodyPr/>
          <a:lstStyle/>
          <a:p>
            <a:r>
              <a:rPr lang="en-US" dirty="0"/>
              <a:t>Dec. 7 – Dec. 11, 2026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C54BA1F-0808-8146-DA31-35D38C79C74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5400" spc="-150" dirty="0"/>
              <a:t>2026 All Hands</a:t>
            </a:r>
            <a:br>
              <a:rPr lang="en-US" sz="5400" spc="-150" dirty="0"/>
            </a:br>
            <a:r>
              <a:rPr lang="en-US" sz="5400" spc="-150" dirty="0"/>
              <a:t>Conference Week</a:t>
            </a:r>
            <a:endParaRPr lang="en-US" sz="5400" dirty="0"/>
          </a:p>
        </p:txBody>
      </p:sp>
    </p:spTree>
    <p:extLst>
      <p:ext uri="{BB962C8B-B14F-4D97-AF65-F5344CB8AC3E}">
        <p14:creationId xmlns:p14="http://schemas.microsoft.com/office/powerpoint/2010/main" val="32421354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B22FB7-9F25-B223-A3A8-565B14E352D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26’ Another Title Page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1A1010-BEC9-1CFA-9F20-85EB2CA9908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Hello - This is another Subhead</a:t>
            </a:r>
          </a:p>
        </p:txBody>
      </p:sp>
    </p:spTree>
    <p:extLst>
      <p:ext uri="{BB962C8B-B14F-4D97-AF65-F5344CB8AC3E}">
        <p14:creationId xmlns:p14="http://schemas.microsoft.com/office/powerpoint/2010/main" val="1749840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 dir="r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39BF4F1-247A-AB8E-F0A6-EDBF09D8B0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Bringing Our People Together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CEC59F4-5E00-581D-FA74-3B54EC3F74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8" y="1371600"/>
            <a:ext cx="5015347" cy="449048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/>
              <a:t>The All-Hands Conference is more than a gathering. It's an opportunity to reconnect with our colleagues, strengthen our shared purpose, and prepare for the opportunities ahead.</a:t>
            </a:r>
          </a:p>
          <a:p>
            <a:pPr marL="0" indent="0">
              <a:buNone/>
            </a:pPr>
            <a:r>
              <a:rPr lang="en-US"/>
              <a:t>Throughout the week, we'll come together to exchange ideas, develop new skills, build meaningful relationships, and recognize the accomplishments that define our success.</a:t>
            </a:r>
          </a:p>
          <a:p>
            <a:pPr marL="0" indent="0">
              <a:buNone/>
            </a:pPr>
            <a:r>
              <a:rPr lang="en-US" b="1">
                <a:latin typeface="Aptos SemiBold" panose="020B0004020202020204" pitchFamily="34" charset="0"/>
              </a:rPr>
              <a:t>When we come together, we move forward together.</a:t>
            </a:r>
            <a:endParaRPr lang="en-US" b="1" dirty="0">
              <a:latin typeface="Aptos SemiBold" panose="020B0004020202020204" pitchFamily="34" charset="0"/>
            </a:endParaRP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557EA892-A381-8CD3-FB58-B31613161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F2A03-D3E6-402F-9492-2223AF69BF36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81782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C4C506-AEB5-BE85-F4BA-908526D623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Page with a Graph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8574C611-E5DB-51A8-C7B8-9148A753DAD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26630156"/>
              </p:ext>
            </p:extLst>
          </p:nvPr>
        </p:nvGraphicFramePr>
        <p:xfrm>
          <a:off x="2164080" y="1371599"/>
          <a:ext cx="7863840" cy="420474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60A9A7-8305-02EB-78BE-D7D80A2A0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171F2A03-D3E6-402F-9492-2223AF69BF36}" type="slidenum">
              <a:rPr lang="en-US" smtClean="0"/>
              <a:pPr algn="r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70653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 dir="r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F7800F-DEBA-58D6-2E55-AEBCB5862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71500"/>
            <a:ext cx="10972800" cy="800100"/>
          </a:xfrm>
        </p:spPr>
        <p:txBody>
          <a:bodyPr/>
          <a:lstStyle/>
          <a:p>
            <a:r>
              <a:rPr lang="en-US" dirty="0"/>
              <a:t>Page Title Goes 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CB5694-DDB3-6165-4EF1-53C88DC1DD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28700" y="1737360"/>
            <a:ext cx="10134600" cy="391212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Training Week provides an opportunity to step away from daily routines and focus on</a:t>
            </a:r>
            <a:br>
              <a:rPr lang="en-US" dirty="0"/>
            </a:br>
            <a:r>
              <a:rPr lang="en-US" dirty="0"/>
              <a:t>professional development, shared knowledge, and continuous improvement.</a:t>
            </a:r>
          </a:p>
          <a:p>
            <a:pPr marL="0" indent="0">
              <a:buNone/>
            </a:pPr>
            <a:r>
              <a:rPr lang="en-US" dirty="0"/>
              <a:t>Through interactive sessions, workshops, and team discussions, participants will:</a:t>
            </a:r>
          </a:p>
          <a:p>
            <a:r>
              <a:rPr lang="en-US" dirty="0"/>
              <a:t>Develop new skills and strengthen existing capabilities.</a:t>
            </a:r>
          </a:p>
          <a:p>
            <a:r>
              <a:rPr lang="en-US" dirty="0"/>
              <a:t>Share best practices and learn from one another.</a:t>
            </a:r>
          </a:p>
          <a:p>
            <a:r>
              <a:rPr lang="en-US" dirty="0"/>
              <a:t>Explore innovative approaches to everyday challenges.</a:t>
            </a:r>
          </a:p>
          <a:p>
            <a:r>
              <a:rPr lang="en-US" dirty="0"/>
              <a:t>Gain a clearer understanding of organizational priorities.</a:t>
            </a:r>
          </a:p>
          <a:p>
            <a:r>
              <a:rPr lang="en-US" dirty="0"/>
              <a:t>Return to their roles with practical knowledge and renewed confidence.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5210FC-85CA-B852-EB5E-3B7F0319DB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91600" y="6228718"/>
            <a:ext cx="2590800" cy="365125"/>
          </a:xfrm>
        </p:spPr>
        <p:txBody>
          <a:bodyPr/>
          <a:lstStyle/>
          <a:p>
            <a:fld id="{171F2A03-D3E6-402F-9492-2223AF69BF36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4EB34D4-B51E-A7D4-1622-B800DA2AA2E2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1028700" y="1371600"/>
            <a:ext cx="10134600" cy="365760"/>
          </a:xfrm>
        </p:spPr>
        <p:txBody>
          <a:bodyPr/>
          <a:lstStyle/>
          <a:p>
            <a:r>
              <a:rPr lang="en-US" dirty="0"/>
              <a:t>Subhead Goes Here</a:t>
            </a:r>
          </a:p>
        </p:txBody>
      </p:sp>
    </p:spTree>
    <p:extLst>
      <p:ext uri="{BB962C8B-B14F-4D97-AF65-F5344CB8AC3E}">
        <p14:creationId xmlns:p14="http://schemas.microsoft.com/office/powerpoint/2010/main" val="31447768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955754-99C6-C20F-730F-1391C0D362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71500"/>
            <a:ext cx="10972800" cy="800100"/>
          </a:xfrm>
        </p:spPr>
        <p:txBody>
          <a:bodyPr>
            <a:normAutofit/>
          </a:bodyPr>
          <a:lstStyle/>
          <a:p>
            <a:r>
              <a:rPr lang="en-US" dirty="0"/>
              <a:t>The Value of Training Week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1C819A-10C1-113C-C82D-9A96F7E48F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737360"/>
            <a:ext cx="5086662" cy="3912128"/>
          </a:xfrm>
        </p:spPr>
        <p:txBody>
          <a:bodyPr wrap="square">
            <a:noAutofit/>
          </a:bodyPr>
          <a:lstStyle/>
          <a:p>
            <a:pPr marL="0" indent="0">
              <a:buNone/>
            </a:pPr>
            <a:r>
              <a:rPr lang="en-US" dirty="0"/>
              <a:t>Training Week provides an opportunity to step away from daily routines and focus on professional development, shared knowledge, and continuous improvement.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DF17BE-1DDC-958A-613C-2E2E24E6F6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0" y="1736725"/>
            <a:ext cx="5486400" cy="391318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Through interactive sessions, workshops, and team discussions, participants will:</a:t>
            </a:r>
          </a:p>
          <a:p>
            <a:r>
              <a:rPr lang="en-US" dirty="0"/>
              <a:t>Develop new skills and strengthen existing capabilities.</a:t>
            </a:r>
          </a:p>
          <a:p>
            <a:r>
              <a:rPr lang="en-US" dirty="0"/>
              <a:t>Share best practices and learn from one another.</a:t>
            </a:r>
          </a:p>
          <a:p>
            <a:r>
              <a:rPr lang="en-US" dirty="0"/>
              <a:t>Explore innovative approaches to everyday challenges.</a:t>
            </a:r>
          </a:p>
          <a:p>
            <a:r>
              <a:rPr lang="en-US" dirty="0"/>
              <a:t>Gain a clearer understanding of organizational priorities.</a:t>
            </a:r>
          </a:p>
          <a:p>
            <a:r>
              <a:rPr lang="en-US" dirty="0"/>
              <a:t>Return to their roles with practical knowledge and renewed confidence.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053D521-7A86-EFE8-77F8-49FC62A14BDB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09600" y="1371600"/>
            <a:ext cx="5086662" cy="365760"/>
          </a:xfrm>
        </p:spPr>
        <p:txBody>
          <a:bodyPr/>
          <a:lstStyle/>
          <a:p>
            <a:r>
              <a:rPr lang="en-US" dirty="0"/>
              <a:t>Subhead - This is an example of Subhead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82E50AE-3774-004A-08C4-E8360854ADCE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096000" y="1371600"/>
            <a:ext cx="5486400" cy="365760"/>
          </a:xfrm>
        </p:spPr>
        <p:txBody>
          <a:bodyPr/>
          <a:lstStyle/>
          <a:p>
            <a:r>
              <a:rPr lang="en-US" dirty="0"/>
              <a:t>Subhead - This is an example of Subhead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64E6AC86-9590-7DFB-358C-CC0D924E047D}"/>
              </a:ext>
            </a:extLst>
          </p:cNvPr>
          <p:cNvGrpSpPr/>
          <p:nvPr/>
        </p:nvGrpSpPr>
        <p:grpSpPr>
          <a:xfrm>
            <a:off x="1012459" y="3205480"/>
            <a:ext cx="4047221" cy="1030604"/>
            <a:chOff x="655315" y="2022745"/>
            <a:chExt cx="4436227" cy="1030604"/>
          </a:xfrm>
        </p:grpSpPr>
        <p:sp>
          <p:nvSpPr>
            <p:cNvPr id="8" name="Content Placeholder 2">
              <a:extLst>
                <a:ext uri="{FF2B5EF4-FFF2-40B4-BE49-F238E27FC236}">
                  <a16:creationId xmlns:a16="http://schemas.microsoft.com/office/drawing/2014/main" id="{D0E9A07E-7F39-0FD3-D46F-2FC179E3FA15}"/>
                </a:ext>
              </a:extLst>
            </p:cNvPr>
            <p:cNvSpPr txBox="1">
              <a:spLocks/>
            </p:cNvSpPr>
            <p:nvPr/>
          </p:nvSpPr>
          <p:spPr>
            <a:xfrm>
              <a:off x="655317" y="2022745"/>
              <a:ext cx="4436225" cy="861774"/>
            </a:xfrm>
            <a:prstGeom prst="rect">
              <a:avLst/>
            </a:prstGeom>
            <a:noFill/>
            <a:effectLst/>
          </p:spPr>
          <p:txBody>
            <a:bodyPr vert="horz" wrap="square" lIns="274320" tIns="182880" rIns="182880" bIns="182880" rtlCol="0">
              <a:spAutoFit/>
            </a:bodyPr>
            <a:lstStyle>
              <a:lvl1pPr marL="228600" indent="-228600" algn="l" defTabSz="914400" rtl="0" eaLnBrk="1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1800"/>
                </a:spcAft>
                <a:buClr>
                  <a:schemeClr val="accent1"/>
                </a:buClr>
                <a:buFont typeface="Arial" panose="020B0604020202020204" pitchFamily="34" charset="0"/>
                <a:buNone/>
                <a:defRPr sz="1400" b="0" i="0" kern="1200" spc="0">
                  <a:solidFill>
                    <a:schemeClr val="tx1">
                      <a:alpha val="90000"/>
                    </a:schemeClr>
                  </a:solidFill>
                  <a:latin typeface="Aptos Light" panose="020B0004020202020204" pitchFamily="34" charset="0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1800"/>
                </a:spcAft>
                <a:buClr>
                  <a:schemeClr val="accent1"/>
                </a:buClr>
                <a:buFont typeface="Arial" panose="020B0604020202020204" pitchFamily="34" charset="0"/>
                <a:buNone/>
                <a:defRPr sz="1400" b="0" i="0" kern="1200" spc="0">
                  <a:solidFill>
                    <a:schemeClr val="tx1">
                      <a:alpha val="90000"/>
                    </a:schemeClr>
                  </a:solidFill>
                  <a:latin typeface="Aptos Light" panose="020B0004020202020204" pitchFamily="34" charset="0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1800"/>
                </a:spcAft>
                <a:buClr>
                  <a:schemeClr val="accent1"/>
                </a:buClr>
                <a:buFont typeface="Arial" panose="020B0604020202020204" pitchFamily="34" charset="0"/>
                <a:buNone/>
                <a:defRPr sz="1400" b="0" i="0" kern="1200" spc="0">
                  <a:solidFill>
                    <a:schemeClr val="tx1">
                      <a:alpha val="90000"/>
                    </a:schemeClr>
                  </a:solidFill>
                  <a:latin typeface="Aptos Light" panose="020B0004020202020204" pitchFamily="34" charset="0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1800"/>
                </a:spcAft>
                <a:buClr>
                  <a:schemeClr val="accent1"/>
                </a:buClr>
                <a:buFont typeface="Arial" panose="020B0604020202020204" pitchFamily="34" charset="0"/>
                <a:buNone/>
                <a:defRPr sz="1400" b="0" i="0" kern="1200" spc="0">
                  <a:solidFill>
                    <a:schemeClr val="tx1">
                      <a:alpha val="90000"/>
                    </a:schemeClr>
                  </a:solidFill>
                  <a:latin typeface="Aptos Light" panose="020B0004020202020204" pitchFamily="34" charset="0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1800"/>
                </a:spcAft>
                <a:buClr>
                  <a:schemeClr val="accent1"/>
                </a:buClr>
                <a:buFont typeface="Arial" panose="020B0604020202020204" pitchFamily="34" charset="0"/>
                <a:buNone/>
                <a:defRPr sz="1400" b="0" i="0" kern="1200" spc="0">
                  <a:solidFill>
                    <a:schemeClr val="tx1">
                      <a:alpha val="90000"/>
                    </a:schemeClr>
                  </a:solidFill>
                  <a:latin typeface="Aptos Light" panose="020B0004020202020204" pitchFamily="34" charset="0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>
                <a:lnSpc>
                  <a:spcPct val="100000"/>
                </a:lnSpc>
              </a:pPr>
              <a:r>
                <a:rPr lang="en-US" sz="1600" b="1" i="1" dirty="0">
                  <a:gradFill flip="none" rotWithShape="1">
                    <a:gsLst>
                      <a:gs pos="100000">
                        <a:schemeClr val="accent1"/>
                      </a:gs>
                      <a:gs pos="0">
                        <a:schemeClr val="accent2"/>
                      </a:gs>
                    </a:gsLst>
                    <a:lin ang="0" scaled="1"/>
                    <a:tileRect/>
                  </a:gradFill>
                  <a:latin typeface="Aptos Display" panose="020B0004020202020204" pitchFamily="34" charset="0"/>
                </a:rPr>
                <a:t>KEY TAKEAWAY: INVESTING IN OUR PEOPLE IS INVESTING IN OUR FUTURE.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3CB36DB-6773-A1FC-EB78-391E58AE689A}"/>
                </a:ext>
              </a:extLst>
            </p:cNvPr>
            <p:cNvSpPr/>
            <p:nvPr/>
          </p:nvSpPr>
          <p:spPr>
            <a:xfrm rot="5400000">
              <a:off x="2850569" y="812376"/>
              <a:ext cx="45719" cy="4436227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59B3C308-81D1-6D92-C37A-6F2E06728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F2A03-D3E6-402F-9492-2223AF69BF36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8765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BA7CD7-A402-2147-DDE8-10A39505C9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Table 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12FDD6-E74F-22A3-881C-9396F684C4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F2A03-D3E6-402F-9492-2223AF69BF36}" type="slidenum">
              <a:rPr lang="en-US" smtClean="0"/>
              <a:pPr/>
              <a:t>13</a:t>
            </a:fld>
            <a:endParaRPr lang="en-US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4B547396-8C6D-3B83-E8F6-A84C871126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4110169"/>
              </p:ext>
            </p:extLst>
          </p:nvPr>
        </p:nvGraphicFramePr>
        <p:xfrm>
          <a:off x="1028700" y="1344613"/>
          <a:ext cx="10134600" cy="4404360"/>
        </p:xfrm>
        <a:graphic>
          <a:graphicData uri="http://schemas.openxmlformats.org/drawingml/2006/table">
            <a:tbl>
              <a:tblPr firstRow="1" bandRow="1">
                <a:tableStyleId>{1BBD11AE-E62F-41EF-AE26-7C8C5CBC09E9}</a:tableStyleId>
              </a:tblPr>
              <a:tblGrid>
                <a:gridCol w="1239228">
                  <a:extLst>
                    <a:ext uri="{9D8B030D-6E8A-4147-A177-3AD203B41FA5}">
                      <a16:colId xmlns:a16="http://schemas.microsoft.com/office/drawing/2014/main" val="1314174981"/>
                    </a:ext>
                  </a:extLst>
                </a:gridCol>
                <a:gridCol w="2211379">
                  <a:extLst>
                    <a:ext uri="{9D8B030D-6E8A-4147-A177-3AD203B41FA5}">
                      <a16:colId xmlns:a16="http://schemas.microsoft.com/office/drawing/2014/main" val="2160909094"/>
                    </a:ext>
                  </a:extLst>
                </a:gridCol>
                <a:gridCol w="2108111">
                  <a:extLst>
                    <a:ext uri="{9D8B030D-6E8A-4147-A177-3AD203B41FA5}">
                      <a16:colId xmlns:a16="http://schemas.microsoft.com/office/drawing/2014/main" val="621629763"/>
                    </a:ext>
                  </a:extLst>
                </a:gridCol>
                <a:gridCol w="1153764">
                  <a:extLst>
                    <a:ext uri="{9D8B030D-6E8A-4147-A177-3AD203B41FA5}">
                      <a16:colId xmlns:a16="http://schemas.microsoft.com/office/drawing/2014/main" val="1351959679"/>
                    </a:ext>
                  </a:extLst>
                </a:gridCol>
                <a:gridCol w="1168007">
                  <a:extLst>
                    <a:ext uri="{9D8B030D-6E8A-4147-A177-3AD203B41FA5}">
                      <a16:colId xmlns:a16="http://schemas.microsoft.com/office/drawing/2014/main" val="2359456912"/>
                    </a:ext>
                  </a:extLst>
                </a:gridCol>
                <a:gridCol w="1324691">
                  <a:extLst>
                    <a:ext uri="{9D8B030D-6E8A-4147-A177-3AD203B41FA5}">
                      <a16:colId xmlns:a16="http://schemas.microsoft.com/office/drawing/2014/main" val="772949132"/>
                    </a:ext>
                  </a:extLst>
                </a:gridCol>
                <a:gridCol w="929420">
                  <a:extLst>
                    <a:ext uri="{9D8B030D-6E8A-4147-A177-3AD203B41FA5}">
                      <a16:colId xmlns:a16="http://schemas.microsoft.com/office/drawing/2014/main" val="616088970"/>
                    </a:ext>
                  </a:extLst>
                </a:gridCol>
              </a:tblGrid>
              <a:tr h="18949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Equipment ID</a:t>
                      </a:r>
                      <a:endParaRPr lang="en-US" sz="1100" b="1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Equipment / System</a:t>
                      </a:r>
                      <a:endParaRPr lang="en-US" sz="1100" b="1" i="0" u="none" strike="noStrike" dirty="0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Maintenance Type</a:t>
                      </a:r>
                      <a:endParaRPr lang="en-US" sz="1100" b="1" i="0" u="none" strike="noStrike" dirty="0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Last Service</a:t>
                      </a:r>
                      <a:endParaRPr lang="en-US" sz="1100" b="1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Next Service</a:t>
                      </a:r>
                      <a:endParaRPr lang="en-US" sz="1100" b="1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Running Hours</a:t>
                      </a:r>
                      <a:endParaRPr lang="en-US" sz="1100" b="1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Status</a:t>
                      </a:r>
                      <a:endParaRPr lang="en-US" sz="1100" b="1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4228780957"/>
                  </a:ext>
                </a:extLst>
              </a:tr>
              <a:tr h="18949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ME-001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Main Propulsion Engine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Preventive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9/15/26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12/15/26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8,450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Operational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962232363"/>
                  </a:ext>
                </a:extLst>
              </a:tr>
              <a:tr h="18949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AE-002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Auxiliary Generator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Oil &amp; Filter Change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8/20/26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11/20/26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4,120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Due Soon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131313951"/>
                  </a:ext>
                </a:extLst>
              </a:tr>
              <a:tr h="18949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EL-006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Emergency Power System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Load Testing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9/28/26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12/28/26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-4,153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Operational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305999548"/>
                  </a:ext>
                </a:extLst>
              </a:tr>
              <a:tr h="18949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BL-007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Ballast Water Treatment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Sensor Calibration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10/10/26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1/10/27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-5,148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Operational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622428958"/>
                  </a:ext>
                </a:extLst>
              </a:tr>
              <a:tr h="18949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FF-008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Fire Suppression System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Safety Inspection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8/15/26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11/15/26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-6142.857143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Due Soon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077152323"/>
                  </a:ext>
                </a:extLst>
              </a:tr>
              <a:tr h="18949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AE-003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Auxiliary Generator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Oil &amp; Filter Change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8/20/26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11/20/26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-1,168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Due Soon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074304267"/>
                  </a:ext>
                </a:extLst>
              </a:tr>
              <a:tr h="18949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HY-004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Hydraulic Steering System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Inspection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10/5/26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1/5/27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-2,163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Operational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327161608"/>
                  </a:ext>
                </a:extLst>
              </a:tr>
              <a:tr h="18949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CP-005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Seawater Cooling Pump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Seal Replacement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7/12/26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10/12/26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-3,158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Overdue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526171494"/>
                  </a:ext>
                </a:extLst>
              </a:tr>
              <a:tr h="18949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EL-006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Emergency Power System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Load Testing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9/28/26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12/28/26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-4,153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Operational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160326649"/>
                  </a:ext>
                </a:extLst>
              </a:tr>
              <a:tr h="18949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400766723"/>
                  </a:ext>
                </a:extLst>
              </a:tr>
              <a:tr h="18949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587096481"/>
                  </a:ext>
                </a:extLst>
              </a:tr>
              <a:tr h="18949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202219431"/>
                  </a:ext>
                </a:extLst>
              </a:tr>
              <a:tr h="18949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681607078"/>
                  </a:ext>
                </a:extLst>
              </a:tr>
              <a:tr h="18949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BL-007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Ballast Water Treatment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Sensor Calibration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10/10/26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1/10/27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-5,148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Operational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102356035"/>
                  </a:ext>
                </a:extLst>
              </a:tr>
              <a:tr h="18949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FF-008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Fire Suppression System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Safety Inspection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8/15/26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11/15/26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-6142.857143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Due Soon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415418590"/>
                  </a:ext>
                </a:extLst>
              </a:tr>
              <a:tr h="18949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ME-003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Main Propulsion Engine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Preventive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9/15/26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12/15/26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-7,138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Operational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15313641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39133262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4378E9-7848-A7FB-1511-98B7B1BAAF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Hello World 2026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0B13CD4E-9BFF-9678-5610-36C5EB54FFA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73733584"/>
              </p:ext>
            </p:extLst>
          </p:nvPr>
        </p:nvGraphicFramePr>
        <p:xfrm>
          <a:off x="1028700" y="1371600"/>
          <a:ext cx="10134600" cy="4389120"/>
        </p:xfrm>
        <a:graphic>
          <a:graphicData uri="http://schemas.openxmlformats.org/drawingml/2006/table">
            <a:tbl>
              <a:tblPr firstRow="1" bandRow="1">
                <a:tableStyleId>{1BBD11AE-E62F-41EF-AE26-7C8C5CBC09E9}</a:tableStyleId>
              </a:tblPr>
              <a:tblGrid>
                <a:gridCol w="1689100">
                  <a:extLst>
                    <a:ext uri="{9D8B030D-6E8A-4147-A177-3AD203B41FA5}">
                      <a16:colId xmlns:a16="http://schemas.microsoft.com/office/drawing/2014/main" val="2763497431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950524155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2917022987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784146277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580800401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451951279"/>
                    </a:ext>
                  </a:extLst>
                </a:gridCol>
              </a:tblGrid>
              <a:tr h="34570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840450376"/>
                  </a:ext>
                </a:extLst>
              </a:tr>
              <a:tr h="34570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771606218"/>
                  </a:ext>
                </a:extLst>
              </a:tr>
              <a:tr h="34570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030783021"/>
                  </a:ext>
                </a:extLst>
              </a:tr>
              <a:tr h="34570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152698105"/>
                  </a:ext>
                </a:extLst>
              </a:tr>
              <a:tr h="34570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024820330"/>
                  </a:ext>
                </a:extLst>
              </a:tr>
              <a:tr h="34570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435427099"/>
                  </a:ext>
                </a:extLst>
              </a:tr>
              <a:tr h="34570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166711854"/>
                  </a:ext>
                </a:extLst>
              </a:tr>
              <a:tr h="34570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901906519"/>
                  </a:ext>
                </a:extLst>
              </a:tr>
              <a:tr h="34570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595322078"/>
                  </a:ext>
                </a:extLst>
              </a:tr>
              <a:tr h="34570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654225069"/>
                  </a:ext>
                </a:extLst>
              </a:tr>
              <a:tr h="34570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848058774"/>
                  </a:ext>
                </a:extLst>
              </a:tr>
              <a:tr h="34570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23862836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093727-AE2F-5E3A-1C4B-BBBE50FED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F2A03-D3E6-402F-9492-2223AF69BF36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37515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E4C12A-0789-D82F-1DA4-1B6D36514B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Three Column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03BC23-5ED5-C63A-840C-8459023040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737360"/>
            <a:ext cx="2943069" cy="391212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Building Partnerships, Trust, and Stronger Teams</a:t>
            </a:r>
          </a:p>
          <a:p>
            <a:pPr marL="0" indent="0">
              <a:buNone/>
            </a:pPr>
            <a:r>
              <a:rPr lang="en-US" dirty="0"/>
              <a:t>Because great work begins with great relationships.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09C3A1-7477-5C2C-3C4F-2F2B79F47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F2A03-D3E6-402F-9492-2223AF69BF36}" type="slidenum">
              <a:rPr lang="en-US" smtClean="0"/>
              <a:t>15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50F6BC4-3E2D-F250-FA23-AC09BE4C0256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r>
              <a:rPr lang="en-US" dirty="0"/>
              <a:t>Subhead Name 1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A29ABCE-7574-4EF4-BDE5-926961AE0210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4358640" y="1737360"/>
            <a:ext cx="3232379" cy="3912128"/>
          </a:xfrm>
        </p:spPr>
        <p:txBody>
          <a:bodyPr/>
          <a:lstStyle/>
          <a:p>
            <a:r>
              <a:rPr lang="en-US" dirty="0"/>
              <a:t>Building Partnerships, Trust, and Stronger Teams</a:t>
            </a:r>
          </a:p>
          <a:p>
            <a:r>
              <a:rPr lang="en-US" dirty="0"/>
              <a:t>Because great work begins with great relationships.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D519D3FE-1C93-211E-156C-F9199D32FC31}"/>
              </a:ext>
            </a:extLst>
          </p:cNvPr>
          <p:cNvSpPr>
            <a:spLocks noGrp="1"/>
          </p:cNvSpPr>
          <p:nvPr>
            <p:ph sz="half" idx="16"/>
          </p:nvPr>
        </p:nvSpPr>
        <p:spPr/>
        <p:txBody>
          <a:bodyPr>
            <a:normAutofit/>
          </a:bodyPr>
          <a:lstStyle/>
          <a:p>
            <a:r>
              <a:rPr lang="en-US" dirty="0"/>
              <a:t>Subhead Name 2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2293847-480B-9447-ACF6-0BE613CAFF1C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8107680" y="1752350"/>
            <a:ext cx="3232379" cy="3912128"/>
          </a:xfrm>
        </p:spPr>
        <p:txBody>
          <a:bodyPr/>
          <a:lstStyle/>
          <a:p>
            <a:r>
              <a:rPr lang="en-US" dirty="0"/>
              <a:t>Building Partnerships, Trust, and Stronger Teams</a:t>
            </a:r>
          </a:p>
          <a:p>
            <a:r>
              <a:rPr lang="en-US" dirty="0"/>
              <a:t>Because great work begins with great relationships.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785F381B-5D98-1FFE-FF15-5BCBD10E7AAB}"/>
              </a:ext>
            </a:extLst>
          </p:cNvPr>
          <p:cNvSpPr>
            <a:spLocks noGrp="1"/>
          </p:cNvSpPr>
          <p:nvPr>
            <p:ph sz="half" idx="18"/>
          </p:nvPr>
        </p:nvSpPr>
        <p:spPr/>
        <p:txBody>
          <a:bodyPr>
            <a:normAutofit/>
          </a:bodyPr>
          <a:lstStyle/>
          <a:p>
            <a:r>
              <a:rPr lang="en-US" dirty="0"/>
              <a:t>Subhead Name 3</a:t>
            </a:r>
          </a:p>
        </p:txBody>
      </p:sp>
    </p:spTree>
    <p:extLst>
      <p:ext uri="{BB962C8B-B14F-4D97-AF65-F5344CB8AC3E}">
        <p14:creationId xmlns:p14="http://schemas.microsoft.com/office/powerpoint/2010/main" val="32941175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A0575D-C7BA-E8B7-CF73-9EFE987EFD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C6E23A-2368-B62A-B671-A406EE1BE3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71500"/>
            <a:ext cx="10972800" cy="800100"/>
          </a:xfrm>
        </p:spPr>
        <p:txBody>
          <a:bodyPr/>
          <a:lstStyle/>
          <a:p>
            <a:r>
              <a:rPr lang="en-US" dirty="0"/>
              <a:t>Three Column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B34DF2-8AED-87BF-5DC9-4E9965D1C6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737360"/>
            <a:ext cx="3474720" cy="3912128"/>
          </a:xfrm>
        </p:spPr>
        <p:txBody>
          <a:bodyPr/>
          <a:lstStyle/>
          <a:p>
            <a:r>
              <a:rPr lang="en-US" dirty="0"/>
              <a:t>Building Partnerships, Trust, and Stronger Teams</a:t>
            </a:r>
          </a:p>
          <a:p>
            <a:r>
              <a:rPr lang="en-US" dirty="0"/>
              <a:t>Because great work begins with</a:t>
            </a:r>
            <a:br>
              <a:rPr lang="en-US" dirty="0"/>
            </a:br>
            <a:r>
              <a:rPr lang="en-US" dirty="0"/>
              <a:t>great relationships.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FADA1C-CF73-EA4F-EA1B-5A6D13838B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91600" y="6228718"/>
            <a:ext cx="2590800" cy="365125"/>
          </a:xfrm>
        </p:spPr>
        <p:txBody>
          <a:bodyPr/>
          <a:lstStyle/>
          <a:p>
            <a:fld id="{171F2A03-D3E6-402F-9492-2223AF69BF36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1E973D1-D49B-E791-7D33-1E35509CAE55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09600" y="1371600"/>
            <a:ext cx="3474720" cy="365760"/>
          </a:xfrm>
        </p:spPr>
        <p:txBody>
          <a:bodyPr tIns="45720" bIns="27432"/>
          <a:lstStyle/>
          <a:p>
            <a:r>
              <a:rPr lang="en-US" dirty="0"/>
              <a:t>Subhead Name 1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7FB7D2D-1685-025A-A877-E1B6EF04D03E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4358640" y="1737360"/>
            <a:ext cx="3474720" cy="3912128"/>
          </a:xfrm>
        </p:spPr>
        <p:txBody>
          <a:bodyPr/>
          <a:lstStyle/>
          <a:p>
            <a:r>
              <a:rPr lang="en-US" dirty="0"/>
              <a:t>Building Partnerships, Trust, and Stronger Teams</a:t>
            </a:r>
          </a:p>
          <a:p>
            <a:r>
              <a:rPr lang="en-US" dirty="0"/>
              <a:t>Because great work begins with</a:t>
            </a:r>
            <a:br>
              <a:rPr lang="en-US" dirty="0"/>
            </a:br>
            <a:r>
              <a:rPr lang="en-US" dirty="0"/>
              <a:t>great relationships.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3331B49-7CE4-7EE8-EC70-93F6A45DD707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4358640" y="1371600"/>
            <a:ext cx="3474720" cy="365760"/>
          </a:xfrm>
        </p:spPr>
        <p:txBody>
          <a:bodyPr tIns="45720" bIns="27432">
            <a:normAutofit/>
          </a:bodyPr>
          <a:lstStyle/>
          <a:p>
            <a:r>
              <a:rPr lang="en-US" dirty="0"/>
              <a:t>Subhead Name 2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2F5AE65-FCE7-E651-5F88-09F209E1AF75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8107680" y="1752350"/>
            <a:ext cx="3474720" cy="3912128"/>
          </a:xfrm>
        </p:spPr>
        <p:txBody>
          <a:bodyPr/>
          <a:lstStyle/>
          <a:p>
            <a:r>
              <a:rPr lang="en-US" dirty="0"/>
              <a:t>Building Partnerships, Trust, and Stronger Teams</a:t>
            </a:r>
          </a:p>
          <a:p>
            <a:r>
              <a:rPr lang="en-US" dirty="0"/>
              <a:t>Because great work begins with</a:t>
            </a:r>
            <a:br>
              <a:rPr lang="en-US" dirty="0"/>
            </a:br>
            <a:r>
              <a:rPr lang="en-US" dirty="0"/>
              <a:t>great relationships.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2336A95A-DF38-3D53-8B3F-46329892D4AE}"/>
              </a:ext>
            </a:extLst>
          </p:cNvPr>
          <p:cNvSpPr>
            <a:spLocks noGrp="1"/>
          </p:cNvSpPr>
          <p:nvPr>
            <p:ph sz="half" idx="18"/>
          </p:nvPr>
        </p:nvSpPr>
        <p:spPr>
          <a:xfrm>
            <a:off x="8107680" y="1386590"/>
            <a:ext cx="3474720" cy="365760"/>
          </a:xfrm>
        </p:spPr>
        <p:txBody>
          <a:bodyPr tIns="45720" bIns="27432">
            <a:normAutofit/>
          </a:bodyPr>
          <a:lstStyle/>
          <a:p>
            <a:r>
              <a:rPr lang="en-US" dirty="0"/>
              <a:t>Subhead Name 3</a:t>
            </a:r>
          </a:p>
        </p:txBody>
      </p:sp>
    </p:spTree>
    <p:extLst>
      <p:ext uri="{BB962C8B-B14F-4D97-AF65-F5344CB8AC3E}">
        <p14:creationId xmlns:p14="http://schemas.microsoft.com/office/powerpoint/2010/main" val="6609429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20F113-10E6-8FF1-AC46-1C90CC0CD7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71500"/>
            <a:ext cx="10972800" cy="800100"/>
          </a:xfrm>
        </p:spPr>
        <p:txBody>
          <a:bodyPr/>
          <a:lstStyle/>
          <a:p>
            <a:r>
              <a:rPr lang="en-US" dirty="0"/>
              <a:t>The Power of Teamwork</a:t>
            </a:r>
          </a:p>
        </p:txBody>
      </p:sp>
      <p:graphicFrame>
        <p:nvGraphicFramePr>
          <p:cNvPr id="20" name="Content Placeholder 19">
            <a:extLst>
              <a:ext uri="{FF2B5EF4-FFF2-40B4-BE49-F238E27FC236}">
                <a16:creationId xmlns:a16="http://schemas.microsoft.com/office/drawing/2014/main" id="{C5DEBFF2-9BE3-99AE-BB98-D09FCD635BDB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711987517"/>
              </p:ext>
            </p:extLst>
          </p:nvPr>
        </p:nvGraphicFramePr>
        <p:xfrm>
          <a:off x="1028700" y="3429000"/>
          <a:ext cx="10134600" cy="22209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731BF9-0DC2-394A-1500-6BB6E8174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91600" y="6228718"/>
            <a:ext cx="2590800" cy="365125"/>
          </a:xfrm>
        </p:spPr>
        <p:txBody>
          <a:bodyPr/>
          <a:lstStyle/>
          <a:p>
            <a:fld id="{171F2A03-D3E6-402F-9492-2223AF69BF36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35CEC414-DAAF-4076-56B2-4B358C7837E2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>
            <a:normAutofit/>
          </a:bodyPr>
          <a:lstStyle/>
          <a:p>
            <a:r>
              <a:rPr lang="en-US" dirty="0"/>
              <a:t>Stronger Together Than Apart</a:t>
            </a:r>
          </a:p>
        </p:txBody>
      </p:sp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CF2F6FE2-14D0-9E43-B220-3E9147841E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737360"/>
            <a:ext cx="10553700" cy="1112202"/>
          </a:xfrm>
        </p:spPr>
        <p:txBody>
          <a:bodyPr wrap="square"/>
          <a:lstStyle/>
          <a:p>
            <a:pPr marL="0" indent="0">
              <a:buNone/>
            </a:pPr>
            <a:r>
              <a:rPr lang="en-US" dirty="0"/>
              <a:t>Every team brings unique experiences, perspectives, and expertise. When we combine those strengths, we become more adaptable, innovative, and effective.</a:t>
            </a:r>
          </a:p>
          <a:p>
            <a:pPr marL="0" indent="0">
              <a:buNone/>
            </a:pPr>
            <a:r>
              <a:rPr lang="en-US" dirty="0"/>
              <a:t>The All Hands experience reminds us that success is not defined by individual accomplishments alone, but by what we achieve together.</a:t>
            </a:r>
          </a:p>
        </p:txBody>
      </p:sp>
      <p:sp>
        <p:nvSpPr>
          <p:cNvPr id="23" name="Content Placeholder 15">
            <a:extLst>
              <a:ext uri="{FF2B5EF4-FFF2-40B4-BE49-F238E27FC236}">
                <a16:creationId xmlns:a16="http://schemas.microsoft.com/office/drawing/2014/main" id="{39FACE2C-6C51-DB42-5CFB-045F13DFEBAF}"/>
              </a:ext>
            </a:extLst>
          </p:cNvPr>
          <p:cNvSpPr txBox="1">
            <a:spLocks/>
          </p:cNvSpPr>
          <p:nvPr/>
        </p:nvSpPr>
        <p:spPr>
          <a:xfrm>
            <a:off x="609600" y="3068320"/>
            <a:ext cx="5086662" cy="365760"/>
          </a:xfrm>
          <a:prstGeom prst="rect">
            <a:avLst/>
          </a:prstGeom>
        </p:spPr>
        <p:txBody>
          <a:bodyPr vert="horz" wrap="none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b="1" i="0" kern="1200" spc="0">
                <a:solidFill>
                  <a:schemeClr val="tx1">
                    <a:alpha val="84000"/>
                  </a:schemeClr>
                </a:solidFill>
                <a:latin typeface="Aptos SemiBold" panose="020B0004020202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b="1" i="0" kern="1200" spc="0">
                <a:solidFill>
                  <a:schemeClr val="tx1">
                    <a:alpha val="84000"/>
                  </a:schemeClr>
                </a:solidFill>
                <a:latin typeface="Aptos SemiBold" panose="020B00040202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b="1" i="0" kern="1200" spc="0">
                <a:solidFill>
                  <a:schemeClr val="tx1">
                    <a:alpha val="84000"/>
                  </a:schemeClr>
                </a:solidFill>
                <a:latin typeface="Aptos SemiBold" panose="020B00040202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b="1" i="0" kern="1200" spc="0">
                <a:solidFill>
                  <a:schemeClr val="tx1">
                    <a:alpha val="84000"/>
                  </a:schemeClr>
                </a:solidFill>
                <a:latin typeface="Aptos SemiBold" panose="020B00040202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b="1" i="0" kern="1200" spc="0">
                <a:solidFill>
                  <a:schemeClr val="tx1">
                    <a:alpha val="84000"/>
                  </a:schemeClr>
                </a:solidFill>
                <a:latin typeface="Aptos SemiBold" panose="020B00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Three pillars of teamwork:</a:t>
            </a:r>
          </a:p>
        </p:txBody>
      </p:sp>
    </p:spTree>
    <p:extLst>
      <p:ext uri="{BB962C8B-B14F-4D97-AF65-F5344CB8AC3E}">
        <p14:creationId xmlns:p14="http://schemas.microsoft.com/office/powerpoint/2010/main" val="4270603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13CB8-351E-EE4B-E80D-493E37812D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281860"/>
            <a:ext cx="12192000" cy="2387600"/>
          </a:xfrm>
        </p:spPr>
        <p:txBody>
          <a:bodyPr/>
          <a:lstStyle/>
          <a:p>
            <a:r>
              <a:rPr lang="en-US" dirty="0"/>
              <a:t>Thank You!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D9F6A97A-1AED-217D-138C-63CFE958651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One Team. One Vision. Stronger Together.</a:t>
            </a:r>
          </a:p>
        </p:txBody>
      </p:sp>
    </p:spTree>
    <p:extLst>
      <p:ext uri="{BB962C8B-B14F-4D97-AF65-F5344CB8AC3E}">
        <p14:creationId xmlns:p14="http://schemas.microsoft.com/office/powerpoint/2010/main" val="4161636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 dir="r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6EAA22-9413-2CF7-D868-55CD672025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3">
            <a:extLst>
              <a:ext uri="{FF2B5EF4-FFF2-40B4-BE49-F238E27FC236}">
                <a16:creationId xmlns:a16="http://schemas.microsoft.com/office/drawing/2014/main" id="{E69B6A78-CC8E-9E0A-F304-A2D2219AA9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06577" y="3933825"/>
            <a:ext cx="2778846" cy="502904"/>
          </a:xfrm>
        </p:spPr>
        <p:txBody>
          <a:bodyPr/>
          <a:lstStyle/>
          <a:p>
            <a:r>
              <a:rPr lang="en-US" dirty="0"/>
              <a:t>Emprise Corporation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C4BCAA-12F8-7719-4278-B6CB0C2401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2064" y="577856"/>
            <a:ext cx="10710336" cy="3091604"/>
          </a:xfrm>
        </p:spPr>
        <p:txBody>
          <a:bodyPr/>
          <a:lstStyle/>
          <a:p>
            <a:r>
              <a:rPr lang="en-US" dirty="0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403803858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  <p:tag name="ARTICULATE_SLIDE_COUNT" val="3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2026 All Hands Content Slides">
  <a:themeElements>
    <a:clrScheme name="Custom 1">
      <a:dk1>
        <a:srgbClr val="041625"/>
      </a:dk1>
      <a:lt1>
        <a:srgbClr val="FFFFFF"/>
      </a:lt1>
      <a:dk2>
        <a:srgbClr val="090079"/>
      </a:dk2>
      <a:lt2>
        <a:srgbClr val="E8E8E8"/>
      </a:lt2>
      <a:accent1>
        <a:srgbClr val="FF8A00"/>
      </a:accent1>
      <a:accent2>
        <a:srgbClr val="003CDB"/>
      </a:accent2>
      <a:accent3>
        <a:srgbClr val="007BFF"/>
      </a:accent3>
      <a:accent4>
        <a:srgbClr val="090079"/>
      </a:accent4>
      <a:accent5>
        <a:srgbClr val="00A86B"/>
      </a:accent5>
      <a:accent6>
        <a:srgbClr val="FFD600"/>
      </a:accent6>
      <a:hlink>
        <a:srgbClr val="003CDB"/>
      </a:hlink>
      <a:folHlink>
        <a:srgbClr val="090079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2026-All_Hands-PPT_Template-REV20261023" id="{C7F79A81-689F-014F-B707-BCEFF12E568E}" vid="{AD1CFBE7-FF14-AB40-8DBA-8FEC8C6575B3}"/>
    </a:ext>
  </a:extLst>
</a:theme>
</file>

<file path=ppt/theme/theme2.xml><?xml version="1.0" encoding="utf-8"?>
<a:theme xmlns:a="http://schemas.openxmlformats.org/drawingml/2006/main" name="1_2026 All Hands Content Slides">
  <a:themeElements>
    <a:clrScheme name="Custom 1">
      <a:dk1>
        <a:srgbClr val="041625"/>
      </a:dk1>
      <a:lt1>
        <a:srgbClr val="FFFFFF"/>
      </a:lt1>
      <a:dk2>
        <a:srgbClr val="090079"/>
      </a:dk2>
      <a:lt2>
        <a:srgbClr val="E8E8E8"/>
      </a:lt2>
      <a:accent1>
        <a:srgbClr val="FF8A00"/>
      </a:accent1>
      <a:accent2>
        <a:srgbClr val="003CDB"/>
      </a:accent2>
      <a:accent3>
        <a:srgbClr val="007BFF"/>
      </a:accent3>
      <a:accent4>
        <a:srgbClr val="090079"/>
      </a:accent4>
      <a:accent5>
        <a:srgbClr val="00A86B"/>
      </a:accent5>
      <a:accent6>
        <a:srgbClr val="FFD600"/>
      </a:accent6>
      <a:hlink>
        <a:srgbClr val="003CDB"/>
      </a:hlink>
      <a:folHlink>
        <a:srgbClr val="090079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2026-All_Hands-PPT_Template-REV20261023" id="{C7F79A81-689F-014F-B707-BCEFF12E568E}" vid="{8E4580BD-ED6B-124A-A042-0BDF35657439}"/>
    </a:ext>
  </a:extLst>
</a:theme>
</file>

<file path=ppt/theme/theme3.xml><?xml version="1.0" encoding="utf-8"?>
<a:theme xmlns:a="http://schemas.openxmlformats.org/drawingml/2006/main" name="Title Slides">
  <a:themeElements>
    <a:clrScheme name="Custom 1">
      <a:dk1>
        <a:srgbClr val="041625"/>
      </a:dk1>
      <a:lt1>
        <a:srgbClr val="FFFFFF"/>
      </a:lt1>
      <a:dk2>
        <a:srgbClr val="090079"/>
      </a:dk2>
      <a:lt2>
        <a:srgbClr val="E8E8E8"/>
      </a:lt2>
      <a:accent1>
        <a:srgbClr val="FF8A00"/>
      </a:accent1>
      <a:accent2>
        <a:srgbClr val="003CDB"/>
      </a:accent2>
      <a:accent3>
        <a:srgbClr val="007BFF"/>
      </a:accent3>
      <a:accent4>
        <a:srgbClr val="090079"/>
      </a:accent4>
      <a:accent5>
        <a:srgbClr val="00A86B"/>
      </a:accent5>
      <a:accent6>
        <a:srgbClr val="FFD600"/>
      </a:accent6>
      <a:hlink>
        <a:srgbClr val="003CDB"/>
      </a:hlink>
      <a:folHlink>
        <a:srgbClr val="090079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2026-All_Hands-PPT_Template-REV20261023" id="{C7F79A81-689F-014F-B707-BCEFF12E568E}" vid="{C9CEAA58-66AC-5D4E-B14D-11C820256B83}"/>
    </a:ext>
  </a:extLst>
</a:theme>
</file>

<file path=ppt/theme/theme4.xml><?xml version="1.0" encoding="utf-8"?>
<a:theme xmlns:a="http://schemas.openxmlformats.org/drawingml/2006/main" name="1_Title Slides">
  <a:themeElements>
    <a:clrScheme name="Custom 1">
      <a:dk1>
        <a:srgbClr val="041625"/>
      </a:dk1>
      <a:lt1>
        <a:srgbClr val="FFFFFF"/>
      </a:lt1>
      <a:dk2>
        <a:srgbClr val="090079"/>
      </a:dk2>
      <a:lt2>
        <a:srgbClr val="E8E8E8"/>
      </a:lt2>
      <a:accent1>
        <a:srgbClr val="FF8A00"/>
      </a:accent1>
      <a:accent2>
        <a:srgbClr val="003CDB"/>
      </a:accent2>
      <a:accent3>
        <a:srgbClr val="007BFF"/>
      </a:accent3>
      <a:accent4>
        <a:srgbClr val="090079"/>
      </a:accent4>
      <a:accent5>
        <a:srgbClr val="00A86B"/>
      </a:accent5>
      <a:accent6>
        <a:srgbClr val="FFD600"/>
      </a:accent6>
      <a:hlink>
        <a:srgbClr val="003CDB"/>
      </a:hlink>
      <a:folHlink>
        <a:srgbClr val="090079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2026-All_Hands-PPT_Template-REV20261023" id="{C7F79A81-689F-014F-B707-BCEFF12E568E}" vid="{556F257A-C3A3-4C4E-8C1B-EF1B05CA5C40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33353a26-e692-4d00-82cc-40f70d2ca4fa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021854E163CC94994199FA1A345677C" ma:contentTypeVersion="12" ma:contentTypeDescription="Create a new document." ma:contentTypeScope="" ma:versionID="60b79c33be09acde5368f9c2d7e36a4e">
  <xsd:schema xmlns:xsd="http://www.w3.org/2001/XMLSchema" xmlns:xs="http://www.w3.org/2001/XMLSchema" xmlns:p="http://schemas.microsoft.com/office/2006/metadata/properties" xmlns:ns3="33353a26-e692-4d00-82cc-40f70d2ca4fa" targetNamespace="http://schemas.microsoft.com/office/2006/metadata/properties" ma:root="true" ma:fieldsID="5cb2730978ac77da3eb665e28e144cb2" ns3:_="">
    <xsd:import namespace="33353a26-e692-4d00-82cc-40f70d2ca4fa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OCR" minOccurs="0"/>
                <xsd:element ref="ns3:MediaServiceLocation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3353a26-e692-4d00-82cc-40f70d2ca4fa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8" nillable="true" ma:displayName="Location" ma:indexed="true" ma:internalName="MediaServiceLocation" ma:readOnly="true">
      <xsd:simpleType>
        <xsd:restriction base="dms:Text"/>
      </xsd:simpleType>
    </xsd:element>
    <xsd:element name="_activity" ma:index="19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0E3B8F2-8155-4426-A46F-1F8B2178FF4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03952F4-0984-4C42-9375-AF93C79BC6A6}">
  <ds:schemaRefs>
    <ds:schemaRef ds:uri="http://purl.org/dc/terms/"/>
    <ds:schemaRef ds:uri="http://schemas.microsoft.com/office/2006/documentManagement/types"/>
    <ds:schemaRef ds:uri="http://purl.org/dc/dcmitype/"/>
    <ds:schemaRef ds:uri="http://www.w3.org/XML/1998/namespace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33353a26-e692-4d00-82cc-40f70d2ca4fa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E0E70F0F-3C0B-44B5-A642-71E45E1258C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3353a26-e692-4d00-82cc-40f70d2ca4f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73</TotalTime>
  <Words>721</Words>
  <Application>Microsoft Macintosh PowerPoint</Application>
  <PresentationFormat>Widescreen</PresentationFormat>
  <Paragraphs>178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19</vt:i4>
      </vt:variant>
    </vt:vector>
  </HeadingPairs>
  <TitlesOfParts>
    <vt:vector size="29" baseType="lpstr">
      <vt:lpstr>Aptos</vt:lpstr>
      <vt:lpstr>Aptos Display</vt:lpstr>
      <vt:lpstr>Aptos Light</vt:lpstr>
      <vt:lpstr>Aptos Narrow</vt:lpstr>
      <vt:lpstr>Aptos SemiBold</vt:lpstr>
      <vt:lpstr>Arial</vt:lpstr>
      <vt:lpstr>2026 All Hands Content Slides</vt:lpstr>
      <vt:lpstr>1_2026 All Hands Content Slides</vt:lpstr>
      <vt:lpstr>Title Slides</vt:lpstr>
      <vt:lpstr>1_Title Slides</vt:lpstr>
      <vt:lpstr>PowerPoint Presentation</vt:lpstr>
      <vt:lpstr>PowerPoint Presentation</vt:lpstr>
      <vt:lpstr>2026 Design Title</vt:lpstr>
      <vt:lpstr>PowerPoint Presentation</vt:lpstr>
      <vt:lpstr>PowerPoint Presentation</vt:lpstr>
      <vt:lpstr>All Hands 2026</vt:lpstr>
      <vt:lpstr>2026 All Hands Conference Week</vt:lpstr>
      <vt:lpstr>26’ Another Title Page</vt:lpstr>
      <vt:lpstr>Bringing Our People Together</vt:lpstr>
      <vt:lpstr>Page with a Graph</vt:lpstr>
      <vt:lpstr>Page Title Goes Here</vt:lpstr>
      <vt:lpstr>The Value of Training Week</vt:lpstr>
      <vt:lpstr>Table Example</vt:lpstr>
      <vt:lpstr>Hello World 2026</vt:lpstr>
      <vt:lpstr>Three Column Example</vt:lpstr>
      <vt:lpstr>Three Column Example</vt:lpstr>
      <vt:lpstr>The Power of Teamwork</vt:lpstr>
      <vt:lpstr>Thank You!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 Ray Tanchiatco</dc:creator>
  <cp:lastModifiedBy>Jo Ray Tanchiatco</cp:lastModifiedBy>
  <cp:revision>10</cp:revision>
  <dcterms:created xsi:type="dcterms:W3CDTF">2026-10-23T17:15:37Z</dcterms:created>
  <dcterms:modified xsi:type="dcterms:W3CDTF">2026-10-23T19:51:51Z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9c51d19b-0777-4348-8d8e-c2d44786f438_Enabled">
    <vt:lpwstr>true</vt:lpwstr>
  </property>
  <property fmtid="{D5CDD505-2E9C-101B-9397-08002B2CF9AE}" pid="3" name="MSIP_Label_9c51d19b-0777-4348-8d8e-c2d44786f438_SetDate">
    <vt:lpwstr>2026-10-20T15:18:00Z</vt:lpwstr>
  </property>
  <property fmtid="{D5CDD505-2E9C-101B-9397-08002B2CF9AE}" pid="4" name="MSIP_Label_9c51d19b-0777-4348-8d8e-c2d44786f438_Method">
    <vt:lpwstr>Standard</vt:lpwstr>
  </property>
  <property fmtid="{D5CDD505-2E9C-101B-9397-08002B2CF9AE}" pid="5" name="MSIP_Label_9c51d19b-0777-4348-8d8e-c2d44786f438_Name">
    <vt:lpwstr>Public</vt:lpwstr>
  </property>
  <property fmtid="{D5CDD505-2E9C-101B-9397-08002B2CF9AE}" pid="6" name="MSIP_Label_9c51d19b-0777-4348-8d8e-c2d44786f438_SiteId">
    <vt:lpwstr>5865e1f5-86a3-4a62-b0e8-f13ed050b09b</vt:lpwstr>
  </property>
  <property fmtid="{D5CDD505-2E9C-101B-9397-08002B2CF9AE}" pid="7" name="MSIP_Label_9c51d19b-0777-4348-8d8e-c2d44786f438_ActionId">
    <vt:lpwstr>8e2f9afd-89cc-4010-889d-ae7fd96340f3</vt:lpwstr>
  </property>
  <property fmtid="{D5CDD505-2E9C-101B-9397-08002B2CF9AE}" pid="8" name="MSIP_Label_9c51d19b-0777-4348-8d8e-c2d44786f438_ContentBits">
    <vt:lpwstr>0</vt:lpwstr>
  </property>
  <property fmtid="{D5CDD505-2E9C-101B-9397-08002B2CF9AE}" pid="9" name="MSIP_Label_9c51d19b-0777-4348-8d8e-c2d44786f438_Tag">
    <vt:lpwstr>10, 3, 0, 1</vt:lpwstr>
  </property>
  <property fmtid="{D5CDD505-2E9C-101B-9397-08002B2CF9AE}" pid="10" name="ContentTypeId">
    <vt:lpwstr>0x0101002021854E163CC94994199FA1A345677C</vt:lpwstr>
  </property>
  <property fmtid="{D5CDD505-2E9C-101B-9397-08002B2CF9AE}" pid="11" name="ArticulateGUID">
    <vt:lpwstr>9BAD40F1-D9CA-4C20-808A-BDEF3AF69101</vt:lpwstr>
  </property>
  <property fmtid="{D5CDD505-2E9C-101B-9397-08002B2CF9AE}" pid="12" name="ArticulatePath">
    <vt:lpwstr>2026-All_Hands_PowerPoint-Template-REV20261020</vt:lpwstr>
  </property>
</Properties>
</file>